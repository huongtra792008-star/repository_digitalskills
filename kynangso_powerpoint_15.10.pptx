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sap" charset="1" panose="020F0504030202060203"/>
      <p:regular r:id="rId20"/>
    </p:embeddedFont>
    <p:embeddedFont>
      <p:font typeface="Cabin Bold" charset="1" panose="00000800000000000000"/>
      <p:regular r:id="rId21"/>
    </p:embeddedFont>
    <p:embeddedFont>
      <p:font typeface="Asap Italics" charset="1" panose="020F05040302020D0203"/>
      <p:regular r:id="rId22"/>
    </p:embeddedFont>
    <p:embeddedFont>
      <p:font typeface="Asap Bold" charset="1" panose="020F0804030202060203"/>
      <p:regular r:id="rId23"/>
    </p:embeddedFont>
    <p:embeddedFont>
      <p:font typeface="Cabin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jpe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jpe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44.png" Type="http://schemas.openxmlformats.org/officeDocument/2006/relationships/image"/><Relationship Id="rId17" Target="../media/image45.svg" Type="http://schemas.openxmlformats.org/officeDocument/2006/relationships/image"/><Relationship Id="rId18" Target="../media/image1.png" Type="http://schemas.openxmlformats.org/officeDocument/2006/relationships/image"/><Relationship Id="rId19" Target="../media/image2.svg" Type="http://schemas.openxmlformats.org/officeDocument/2006/relationships/image"/><Relationship Id="rId2" Target="../media/image38.png" Type="http://schemas.openxmlformats.org/officeDocument/2006/relationships/image"/><Relationship Id="rId20" Target="../media/image3.png" Type="http://schemas.openxmlformats.org/officeDocument/2006/relationships/image"/><Relationship Id="rId21" Target="../media/image4.svg" Type="http://schemas.openxmlformats.org/officeDocument/2006/relationships/image"/><Relationship Id="rId22" Target="../media/image9.png" Type="http://schemas.openxmlformats.org/officeDocument/2006/relationships/image"/><Relationship Id="rId23" Target="../media/image10.sv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780">
            <a:off x="2200305" y="1836699"/>
            <a:ext cx="13887390" cy="6613602"/>
            <a:chOff x="0" y="0"/>
            <a:chExt cx="9157652" cy="4361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9158922" cy="4359885"/>
            </a:xfrm>
            <a:custGeom>
              <a:avLst/>
              <a:gdLst/>
              <a:ahLst/>
              <a:cxnLst/>
              <a:rect r="r" b="b" t="t" l="l"/>
              <a:pathLst>
                <a:path h="4359885" w="9158922">
                  <a:moveTo>
                    <a:pt x="9147491" y="27940"/>
                  </a:moveTo>
                  <a:cubicBezTo>
                    <a:pt x="9138602" y="24130"/>
                    <a:pt x="9129712" y="21590"/>
                    <a:pt x="9120822" y="21590"/>
                  </a:cubicBezTo>
                  <a:cubicBezTo>
                    <a:pt x="9094152" y="20320"/>
                    <a:pt x="8959373" y="20320"/>
                    <a:pt x="8806787" y="17780"/>
                  </a:cubicBezTo>
                  <a:cubicBezTo>
                    <a:pt x="8458021" y="12700"/>
                    <a:pt x="8116521" y="6350"/>
                    <a:pt x="7767755" y="3810"/>
                  </a:cubicBezTo>
                  <a:cubicBezTo>
                    <a:pt x="7484382" y="1270"/>
                    <a:pt x="7208276" y="3810"/>
                    <a:pt x="6924903" y="2540"/>
                  </a:cubicBezTo>
                  <a:cubicBezTo>
                    <a:pt x="6801382" y="2540"/>
                    <a:pt x="6677861" y="0"/>
                    <a:pt x="6554339" y="2540"/>
                  </a:cubicBezTo>
                  <a:cubicBezTo>
                    <a:pt x="6256434" y="10160"/>
                    <a:pt x="5958530" y="11430"/>
                    <a:pt x="5653360" y="8890"/>
                  </a:cubicBezTo>
                  <a:cubicBezTo>
                    <a:pt x="5500774" y="7620"/>
                    <a:pt x="5348189" y="7620"/>
                    <a:pt x="5195604" y="7620"/>
                  </a:cubicBezTo>
                  <a:cubicBezTo>
                    <a:pt x="4919497" y="7620"/>
                    <a:pt x="4643391" y="7620"/>
                    <a:pt x="4367285" y="6350"/>
                  </a:cubicBezTo>
                  <a:cubicBezTo>
                    <a:pt x="4076646" y="5080"/>
                    <a:pt x="1213857" y="2540"/>
                    <a:pt x="930485" y="1270"/>
                  </a:cubicBezTo>
                  <a:cubicBezTo>
                    <a:pt x="697974" y="0"/>
                    <a:pt x="472729" y="1270"/>
                    <a:pt x="240219" y="1270"/>
                  </a:cubicBezTo>
                  <a:cubicBezTo>
                    <a:pt x="80367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232952" y="4333215"/>
                    <a:pt x="509059" y="4337025"/>
                    <a:pt x="785165" y="4342105"/>
                  </a:cubicBezTo>
                  <a:cubicBezTo>
                    <a:pt x="937750" y="4344645"/>
                    <a:pt x="1090336" y="4349725"/>
                    <a:pt x="1242921" y="4350995"/>
                  </a:cubicBezTo>
                  <a:cubicBezTo>
                    <a:pt x="1497229" y="4353535"/>
                    <a:pt x="4330955" y="4354805"/>
                    <a:pt x="4585263" y="4356075"/>
                  </a:cubicBezTo>
                  <a:cubicBezTo>
                    <a:pt x="4621593" y="4356075"/>
                    <a:pt x="4657923" y="4356075"/>
                    <a:pt x="4694253" y="4356075"/>
                  </a:cubicBezTo>
                  <a:cubicBezTo>
                    <a:pt x="4868636" y="4356075"/>
                    <a:pt x="5050285" y="4354805"/>
                    <a:pt x="5224668" y="4354805"/>
                  </a:cubicBezTo>
                  <a:cubicBezTo>
                    <a:pt x="5428115" y="4354805"/>
                    <a:pt x="5624295" y="4356075"/>
                    <a:pt x="5827742" y="4356075"/>
                  </a:cubicBezTo>
                  <a:cubicBezTo>
                    <a:pt x="6125647" y="4356075"/>
                    <a:pt x="6430818" y="4356075"/>
                    <a:pt x="6728722" y="4356075"/>
                  </a:cubicBezTo>
                  <a:cubicBezTo>
                    <a:pt x="7004828" y="4356075"/>
                    <a:pt x="7280935" y="4357345"/>
                    <a:pt x="7557042" y="4358615"/>
                  </a:cubicBezTo>
                  <a:cubicBezTo>
                    <a:pt x="7680563" y="4358615"/>
                    <a:pt x="7811350" y="4359885"/>
                    <a:pt x="7934871" y="4359885"/>
                  </a:cubicBezTo>
                  <a:cubicBezTo>
                    <a:pt x="8334499" y="4358615"/>
                    <a:pt x="8726861" y="4352265"/>
                    <a:pt x="9097962" y="4352265"/>
                  </a:cubicBezTo>
                  <a:cubicBezTo>
                    <a:pt x="9101772" y="4352265"/>
                    <a:pt x="9106852" y="4349725"/>
                    <a:pt x="9110662" y="4347185"/>
                  </a:cubicBezTo>
                  <a:cubicBezTo>
                    <a:pt x="9115741" y="4343375"/>
                    <a:pt x="9118281" y="4337025"/>
                    <a:pt x="9120822" y="4334485"/>
                  </a:cubicBezTo>
                  <a:cubicBezTo>
                    <a:pt x="9122091" y="4251818"/>
                    <a:pt x="9123362" y="4108898"/>
                    <a:pt x="9124631" y="3965977"/>
                  </a:cubicBezTo>
                  <a:cubicBezTo>
                    <a:pt x="9125902" y="3744790"/>
                    <a:pt x="9136062" y="1621395"/>
                    <a:pt x="9137331" y="1400208"/>
                  </a:cubicBezTo>
                  <a:cubicBezTo>
                    <a:pt x="9137331" y="1267496"/>
                    <a:pt x="9138602" y="1134784"/>
                    <a:pt x="9139872" y="1002071"/>
                  </a:cubicBezTo>
                  <a:cubicBezTo>
                    <a:pt x="9141141" y="859151"/>
                    <a:pt x="9142412" y="716230"/>
                    <a:pt x="9144952" y="573309"/>
                  </a:cubicBezTo>
                  <a:cubicBezTo>
                    <a:pt x="9146222" y="488237"/>
                    <a:pt x="9146222" y="399762"/>
                    <a:pt x="9151302" y="314690"/>
                  </a:cubicBezTo>
                  <a:cubicBezTo>
                    <a:pt x="9156381" y="212604"/>
                    <a:pt x="9158922" y="113921"/>
                    <a:pt x="9157652" y="44450"/>
                  </a:cubicBezTo>
                  <a:cubicBezTo>
                    <a:pt x="9157652" y="38100"/>
                    <a:pt x="9153841" y="30480"/>
                    <a:pt x="914749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42601" y="6324803"/>
            <a:ext cx="6202797" cy="1407617"/>
            <a:chOff x="0" y="0"/>
            <a:chExt cx="2406120" cy="5460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2407390" cy="544757"/>
            </a:xfrm>
            <a:custGeom>
              <a:avLst/>
              <a:gdLst/>
              <a:ahLst/>
              <a:cxnLst/>
              <a:rect r="r" b="b" t="t" l="l"/>
              <a:pathLst>
                <a:path h="544757" w="2407390">
                  <a:moveTo>
                    <a:pt x="2395960" y="27940"/>
                  </a:moveTo>
                  <a:cubicBezTo>
                    <a:pt x="2387070" y="24130"/>
                    <a:pt x="2378180" y="21590"/>
                    <a:pt x="2369290" y="21590"/>
                  </a:cubicBezTo>
                  <a:cubicBezTo>
                    <a:pt x="2342620" y="20320"/>
                    <a:pt x="2306905" y="20320"/>
                    <a:pt x="2268360" y="17780"/>
                  </a:cubicBezTo>
                  <a:cubicBezTo>
                    <a:pt x="2180256" y="12700"/>
                    <a:pt x="2093988" y="6350"/>
                    <a:pt x="2005885" y="3810"/>
                  </a:cubicBezTo>
                  <a:cubicBezTo>
                    <a:pt x="1934301" y="1270"/>
                    <a:pt x="1864553" y="3810"/>
                    <a:pt x="1792969" y="2540"/>
                  </a:cubicBezTo>
                  <a:cubicBezTo>
                    <a:pt x="1761765" y="2540"/>
                    <a:pt x="1730562" y="0"/>
                    <a:pt x="1699359" y="2540"/>
                  </a:cubicBezTo>
                  <a:cubicBezTo>
                    <a:pt x="1624104" y="10160"/>
                    <a:pt x="1548849" y="11430"/>
                    <a:pt x="1471759" y="8890"/>
                  </a:cubicBezTo>
                  <a:cubicBezTo>
                    <a:pt x="1433213" y="7620"/>
                    <a:pt x="1394668" y="7620"/>
                    <a:pt x="1356123" y="7620"/>
                  </a:cubicBezTo>
                  <a:cubicBezTo>
                    <a:pt x="1286374" y="7620"/>
                    <a:pt x="1216626" y="7620"/>
                    <a:pt x="1146877" y="6350"/>
                  </a:cubicBezTo>
                  <a:cubicBezTo>
                    <a:pt x="1073458" y="5080"/>
                    <a:pt x="350276" y="2540"/>
                    <a:pt x="278692" y="1270"/>
                  </a:cubicBezTo>
                  <a:cubicBezTo>
                    <a:pt x="219957" y="0"/>
                    <a:pt x="163057" y="1270"/>
                    <a:pt x="104321" y="1270"/>
                  </a:cubicBezTo>
                  <a:cubicBezTo>
                    <a:pt x="63941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9639"/>
                    <a:pt x="16510" y="98691"/>
                    <a:pt x="17780" y="117408"/>
                  </a:cubicBezTo>
                  <a:cubicBezTo>
                    <a:pt x="19050" y="136460"/>
                    <a:pt x="17780" y="155512"/>
                    <a:pt x="16510" y="174899"/>
                  </a:cubicBezTo>
                  <a:cubicBezTo>
                    <a:pt x="15240" y="194619"/>
                    <a:pt x="2540" y="401517"/>
                    <a:pt x="2540" y="421237"/>
                  </a:cubicBezTo>
                  <a:cubicBezTo>
                    <a:pt x="2540" y="440624"/>
                    <a:pt x="1270" y="460010"/>
                    <a:pt x="0" y="479396"/>
                  </a:cubicBezTo>
                  <a:cubicBezTo>
                    <a:pt x="0" y="490147"/>
                    <a:pt x="3810" y="500307"/>
                    <a:pt x="15240" y="505387"/>
                  </a:cubicBezTo>
                  <a:cubicBezTo>
                    <a:pt x="22860" y="509197"/>
                    <a:pt x="31750" y="511737"/>
                    <a:pt x="40640" y="513007"/>
                  </a:cubicBezTo>
                  <a:cubicBezTo>
                    <a:pt x="102486" y="518087"/>
                    <a:pt x="172234" y="521897"/>
                    <a:pt x="241983" y="526977"/>
                  </a:cubicBezTo>
                  <a:cubicBezTo>
                    <a:pt x="280528" y="529517"/>
                    <a:pt x="319073" y="534597"/>
                    <a:pt x="357618" y="535867"/>
                  </a:cubicBezTo>
                  <a:cubicBezTo>
                    <a:pt x="421860" y="538407"/>
                    <a:pt x="1137700" y="539677"/>
                    <a:pt x="1201942" y="540947"/>
                  </a:cubicBezTo>
                  <a:cubicBezTo>
                    <a:pt x="1211119" y="540947"/>
                    <a:pt x="1220297" y="540947"/>
                    <a:pt x="1229474" y="540947"/>
                  </a:cubicBezTo>
                  <a:cubicBezTo>
                    <a:pt x="1273526" y="540947"/>
                    <a:pt x="1319413" y="539677"/>
                    <a:pt x="1363465" y="539677"/>
                  </a:cubicBezTo>
                  <a:cubicBezTo>
                    <a:pt x="1414858" y="539677"/>
                    <a:pt x="1464416" y="540947"/>
                    <a:pt x="1515810" y="540947"/>
                  </a:cubicBezTo>
                  <a:cubicBezTo>
                    <a:pt x="1591065" y="540947"/>
                    <a:pt x="1668156" y="540947"/>
                    <a:pt x="1743410" y="540947"/>
                  </a:cubicBezTo>
                  <a:cubicBezTo>
                    <a:pt x="1813159" y="540947"/>
                    <a:pt x="1882907" y="542217"/>
                    <a:pt x="1952656" y="543487"/>
                  </a:cubicBezTo>
                  <a:cubicBezTo>
                    <a:pt x="1983859" y="543487"/>
                    <a:pt x="2016898" y="544757"/>
                    <a:pt x="2048101" y="544757"/>
                  </a:cubicBezTo>
                  <a:cubicBezTo>
                    <a:pt x="2149053" y="543487"/>
                    <a:pt x="2248169" y="537137"/>
                    <a:pt x="2346430" y="537137"/>
                  </a:cubicBezTo>
                  <a:cubicBezTo>
                    <a:pt x="2350240" y="537137"/>
                    <a:pt x="2355320" y="534597"/>
                    <a:pt x="2359130" y="532057"/>
                  </a:cubicBezTo>
                  <a:cubicBezTo>
                    <a:pt x="2364210" y="528247"/>
                    <a:pt x="2366750" y="521897"/>
                    <a:pt x="2369290" y="519357"/>
                  </a:cubicBezTo>
                  <a:cubicBezTo>
                    <a:pt x="2370560" y="477056"/>
                    <a:pt x="2371830" y="463018"/>
                    <a:pt x="2373100" y="448980"/>
                  </a:cubicBezTo>
                  <a:cubicBezTo>
                    <a:pt x="2374370" y="427254"/>
                    <a:pt x="2384530" y="218685"/>
                    <a:pt x="2385800" y="196959"/>
                  </a:cubicBezTo>
                  <a:cubicBezTo>
                    <a:pt x="2385800" y="183923"/>
                    <a:pt x="2387070" y="170888"/>
                    <a:pt x="2388340" y="157852"/>
                  </a:cubicBezTo>
                  <a:cubicBezTo>
                    <a:pt x="2389610" y="143814"/>
                    <a:pt x="2390880" y="129775"/>
                    <a:pt x="2393420" y="115737"/>
                  </a:cubicBezTo>
                  <a:cubicBezTo>
                    <a:pt x="2394690" y="107381"/>
                    <a:pt x="2394690" y="98691"/>
                    <a:pt x="2399770" y="90334"/>
                  </a:cubicBezTo>
                  <a:cubicBezTo>
                    <a:pt x="2404850" y="80307"/>
                    <a:pt x="2407390" y="70614"/>
                    <a:pt x="2406120" y="44450"/>
                  </a:cubicBezTo>
                  <a:cubicBezTo>
                    <a:pt x="2406120" y="38100"/>
                    <a:pt x="2402310" y="30480"/>
                    <a:pt x="2395960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53564" y="6525875"/>
            <a:ext cx="6180871" cy="96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9"/>
              </a:lnSpc>
            </a:pPr>
            <a:r>
              <a:rPr lang="en-US" sz="293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Tìm hiểu thêm về các hệ sinh thái đang gặp nguy hiểm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77876" y="2897136"/>
            <a:ext cx="9932249" cy="2719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2"/>
              </a:lnSpc>
            </a:pPr>
            <a:r>
              <a:rPr lang="en-US" b="true" sz="8513" spc="-93">
                <a:solidFill>
                  <a:srgbClr val="1B3B3A"/>
                </a:solidFill>
                <a:latin typeface="Cabin Bold"/>
                <a:ea typeface="Cabin Bold"/>
                <a:cs typeface="Cabin Bold"/>
                <a:sym typeface="Cabin Bold"/>
              </a:rPr>
              <a:t>Các môi trường sống đang gặp nguy hiểm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251405">
            <a:off x="-7658539" y="1807584"/>
            <a:ext cx="13180877" cy="11263659"/>
          </a:xfrm>
          <a:custGeom>
            <a:avLst/>
            <a:gdLst/>
            <a:ahLst/>
            <a:cxnLst/>
            <a:rect r="r" b="b" t="t" l="l"/>
            <a:pathLst>
              <a:path h="11263659" w="13180877">
                <a:moveTo>
                  <a:pt x="13180877" y="0"/>
                </a:moveTo>
                <a:lnTo>
                  <a:pt x="0" y="0"/>
                </a:lnTo>
                <a:lnTo>
                  <a:pt x="0" y="11263658"/>
                </a:lnTo>
                <a:lnTo>
                  <a:pt x="13180877" y="11263658"/>
                </a:lnTo>
                <a:lnTo>
                  <a:pt x="131808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1349208">
            <a:off x="14031672" y="-3644208"/>
            <a:ext cx="13180877" cy="11263659"/>
          </a:xfrm>
          <a:custGeom>
            <a:avLst/>
            <a:gdLst/>
            <a:ahLst/>
            <a:cxnLst/>
            <a:rect r="r" b="b" t="t" l="l"/>
            <a:pathLst>
              <a:path h="11263659" w="13180877">
                <a:moveTo>
                  <a:pt x="13180877" y="0"/>
                </a:moveTo>
                <a:lnTo>
                  <a:pt x="0" y="0"/>
                </a:lnTo>
                <a:lnTo>
                  <a:pt x="0" y="11263659"/>
                </a:lnTo>
                <a:lnTo>
                  <a:pt x="13180877" y="11263659"/>
                </a:lnTo>
                <a:lnTo>
                  <a:pt x="131808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646983">
            <a:off x="12635685" y="6834837"/>
            <a:ext cx="8341535" cy="4959422"/>
          </a:xfrm>
          <a:custGeom>
            <a:avLst/>
            <a:gdLst/>
            <a:ahLst/>
            <a:cxnLst/>
            <a:rect r="r" b="b" t="t" l="l"/>
            <a:pathLst>
              <a:path h="4959422" w="8341535">
                <a:moveTo>
                  <a:pt x="8341535" y="0"/>
                </a:moveTo>
                <a:lnTo>
                  <a:pt x="0" y="0"/>
                </a:lnTo>
                <a:lnTo>
                  <a:pt x="0" y="4959422"/>
                </a:lnTo>
                <a:lnTo>
                  <a:pt x="8341535" y="4959422"/>
                </a:lnTo>
                <a:lnTo>
                  <a:pt x="834153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51405">
            <a:off x="-7658539" y="1915256"/>
            <a:ext cx="13180877" cy="11263659"/>
          </a:xfrm>
          <a:custGeom>
            <a:avLst/>
            <a:gdLst/>
            <a:ahLst/>
            <a:cxnLst/>
            <a:rect r="r" b="b" t="t" l="l"/>
            <a:pathLst>
              <a:path h="11263659" w="13180877">
                <a:moveTo>
                  <a:pt x="13180877" y="0"/>
                </a:moveTo>
                <a:lnTo>
                  <a:pt x="0" y="0"/>
                </a:lnTo>
                <a:lnTo>
                  <a:pt x="0" y="11263658"/>
                </a:lnTo>
                <a:lnTo>
                  <a:pt x="13180877" y="11263658"/>
                </a:lnTo>
                <a:lnTo>
                  <a:pt x="131808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3494654" y="7732420"/>
            <a:ext cx="5746498" cy="5109159"/>
          </a:xfrm>
          <a:custGeom>
            <a:avLst/>
            <a:gdLst/>
            <a:ahLst/>
            <a:cxnLst/>
            <a:rect r="r" b="b" t="t" l="l"/>
            <a:pathLst>
              <a:path h="5109159" w="5746498">
                <a:moveTo>
                  <a:pt x="5746498" y="0"/>
                </a:moveTo>
                <a:lnTo>
                  <a:pt x="0" y="0"/>
                </a:lnTo>
                <a:lnTo>
                  <a:pt x="0" y="5109160"/>
                </a:lnTo>
                <a:lnTo>
                  <a:pt x="5746498" y="5109160"/>
                </a:lnTo>
                <a:lnTo>
                  <a:pt x="57464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780">
            <a:off x="1624295" y="2074981"/>
            <a:ext cx="15038803" cy="7161940"/>
            <a:chOff x="0" y="0"/>
            <a:chExt cx="9157652" cy="4361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9158922" cy="4359885"/>
            </a:xfrm>
            <a:custGeom>
              <a:avLst/>
              <a:gdLst/>
              <a:ahLst/>
              <a:cxnLst/>
              <a:rect r="r" b="b" t="t" l="l"/>
              <a:pathLst>
                <a:path h="4359885" w="9158922">
                  <a:moveTo>
                    <a:pt x="9147491" y="27940"/>
                  </a:moveTo>
                  <a:cubicBezTo>
                    <a:pt x="9138602" y="24130"/>
                    <a:pt x="9129712" y="21590"/>
                    <a:pt x="9120822" y="21590"/>
                  </a:cubicBezTo>
                  <a:cubicBezTo>
                    <a:pt x="9094152" y="20320"/>
                    <a:pt x="8959373" y="20320"/>
                    <a:pt x="8806787" y="17780"/>
                  </a:cubicBezTo>
                  <a:cubicBezTo>
                    <a:pt x="8458021" y="12700"/>
                    <a:pt x="8116521" y="6350"/>
                    <a:pt x="7767755" y="3810"/>
                  </a:cubicBezTo>
                  <a:cubicBezTo>
                    <a:pt x="7484382" y="1270"/>
                    <a:pt x="7208276" y="3810"/>
                    <a:pt x="6924903" y="2540"/>
                  </a:cubicBezTo>
                  <a:cubicBezTo>
                    <a:pt x="6801382" y="2540"/>
                    <a:pt x="6677861" y="0"/>
                    <a:pt x="6554339" y="2540"/>
                  </a:cubicBezTo>
                  <a:cubicBezTo>
                    <a:pt x="6256434" y="10160"/>
                    <a:pt x="5958530" y="11430"/>
                    <a:pt x="5653360" y="8890"/>
                  </a:cubicBezTo>
                  <a:cubicBezTo>
                    <a:pt x="5500774" y="7620"/>
                    <a:pt x="5348189" y="7620"/>
                    <a:pt x="5195604" y="7620"/>
                  </a:cubicBezTo>
                  <a:cubicBezTo>
                    <a:pt x="4919497" y="7620"/>
                    <a:pt x="4643391" y="7620"/>
                    <a:pt x="4367285" y="6350"/>
                  </a:cubicBezTo>
                  <a:cubicBezTo>
                    <a:pt x="4076646" y="5080"/>
                    <a:pt x="1213857" y="2540"/>
                    <a:pt x="930485" y="1270"/>
                  </a:cubicBezTo>
                  <a:cubicBezTo>
                    <a:pt x="697974" y="0"/>
                    <a:pt x="472729" y="1270"/>
                    <a:pt x="240219" y="1270"/>
                  </a:cubicBezTo>
                  <a:cubicBezTo>
                    <a:pt x="80367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232952" y="4333215"/>
                    <a:pt x="509059" y="4337025"/>
                    <a:pt x="785165" y="4342105"/>
                  </a:cubicBezTo>
                  <a:cubicBezTo>
                    <a:pt x="937750" y="4344645"/>
                    <a:pt x="1090336" y="4349725"/>
                    <a:pt x="1242921" y="4350995"/>
                  </a:cubicBezTo>
                  <a:cubicBezTo>
                    <a:pt x="1497229" y="4353535"/>
                    <a:pt x="4330955" y="4354805"/>
                    <a:pt x="4585263" y="4356075"/>
                  </a:cubicBezTo>
                  <a:cubicBezTo>
                    <a:pt x="4621593" y="4356075"/>
                    <a:pt x="4657923" y="4356075"/>
                    <a:pt x="4694253" y="4356075"/>
                  </a:cubicBezTo>
                  <a:cubicBezTo>
                    <a:pt x="4868636" y="4356075"/>
                    <a:pt x="5050285" y="4354805"/>
                    <a:pt x="5224668" y="4354805"/>
                  </a:cubicBezTo>
                  <a:cubicBezTo>
                    <a:pt x="5428115" y="4354805"/>
                    <a:pt x="5624295" y="4356075"/>
                    <a:pt x="5827742" y="4356075"/>
                  </a:cubicBezTo>
                  <a:cubicBezTo>
                    <a:pt x="6125647" y="4356075"/>
                    <a:pt x="6430818" y="4356075"/>
                    <a:pt x="6728722" y="4356075"/>
                  </a:cubicBezTo>
                  <a:cubicBezTo>
                    <a:pt x="7004828" y="4356075"/>
                    <a:pt x="7280935" y="4357345"/>
                    <a:pt x="7557042" y="4358615"/>
                  </a:cubicBezTo>
                  <a:cubicBezTo>
                    <a:pt x="7680563" y="4358615"/>
                    <a:pt x="7811350" y="4359885"/>
                    <a:pt x="7934871" y="4359885"/>
                  </a:cubicBezTo>
                  <a:cubicBezTo>
                    <a:pt x="8334499" y="4358615"/>
                    <a:pt x="8726861" y="4352265"/>
                    <a:pt x="9097962" y="4352265"/>
                  </a:cubicBezTo>
                  <a:cubicBezTo>
                    <a:pt x="9101772" y="4352265"/>
                    <a:pt x="9106852" y="4349725"/>
                    <a:pt x="9110662" y="4347185"/>
                  </a:cubicBezTo>
                  <a:cubicBezTo>
                    <a:pt x="9115741" y="4343375"/>
                    <a:pt x="9118281" y="4337025"/>
                    <a:pt x="9120822" y="4334485"/>
                  </a:cubicBezTo>
                  <a:cubicBezTo>
                    <a:pt x="9122091" y="4251818"/>
                    <a:pt x="9123362" y="4108898"/>
                    <a:pt x="9124631" y="3965977"/>
                  </a:cubicBezTo>
                  <a:cubicBezTo>
                    <a:pt x="9125902" y="3744790"/>
                    <a:pt x="9136062" y="1621395"/>
                    <a:pt x="9137331" y="1400208"/>
                  </a:cubicBezTo>
                  <a:cubicBezTo>
                    <a:pt x="9137331" y="1267496"/>
                    <a:pt x="9138602" y="1134784"/>
                    <a:pt x="9139872" y="1002071"/>
                  </a:cubicBezTo>
                  <a:cubicBezTo>
                    <a:pt x="9141141" y="859151"/>
                    <a:pt x="9142412" y="716230"/>
                    <a:pt x="9144952" y="573309"/>
                  </a:cubicBezTo>
                  <a:cubicBezTo>
                    <a:pt x="9146222" y="488237"/>
                    <a:pt x="9146222" y="399762"/>
                    <a:pt x="9151302" y="314690"/>
                  </a:cubicBezTo>
                  <a:cubicBezTo>
                    <a:pt x="9156381" y="212604"/>
                    <a:pt x="9158922" y="113921"/>
                    <a:pt x="9157652" y="44450"/>
                  </a:cubicBezTo>
                  <a:cubicBezTo>
                    <a:pt x="9157652" y="38100"/>
                    <a:pt x="9153841" y="30480"/>
                    <a:pt x="914749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96051" y="1242126"/>
            <a:ext cx="8897817" cy="1356209"/>
            <a:chOff x="0" y="0"/>
            <a:chExt cx="3124643" cy="4762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3125912" cy="474989"/>
            </a:xfrm>
            <a:custGeom>
              <a:avLst/>
              <a:gdLst/>
              <a:ahLst/>
              <a:cxnLst/>
              <a:rect r="r" b="b" t="t" l="l"/>
              <a:pathLst>
                <a:path h="474989" w="3125912">
                  <a:moveTo>
                    <a:pt x="3114483" y="27940"/>
                  </a:moveTo>
                  <a:cubicBezTo>
                    <a:pt x="3105593" y="24130"/>
                    <a:pt x="3096703" y="21590"/>
                    <a:pt x="3087812" y="21590"/>
                  </a:cubicBezTo>
                  <a:cubicBezTo>
                    <a:pt x="3061143" y="20320"/>
                    <a:pt x="3014884" y="20320"/>
                    <a:pt x="2964203" y="17780"/>
                  </a:cubicBezTo>
                  <a:cubicBezTo>
                    <a:pt x="2848359" y="12700"/>
                    <a:pt x="2734928" y="6350"/>
                    <a:pt x="2619084" y="3810"/>
                  </a:cubicBezTo>
                  <a:cubicBezTo>
                    <a:pt x="2524961" y="1270"/>
                    <a:pt x="2433251" y="3810"/>
                    <a:pt x="2339128" y="2540"/>
                  </a:cubicBezTo>
                  <a:cubicBezTo>
                    <a:pt x="2298099" y="2540"/>
                    <a:pt x="2257071" y="0"/>
                    <a:pt x="2216043" y="2540"/>
                  </a:cubicBezTo>
                  <a:cubicBezTo>
                    <a:pt x="2117093" y="10160"/>
                    <a:pt x="2018143" y="11430"/>
                    <a:pt x="1916780" y="8890"/>
                  </a:cubicBezTo>
                  <a:cubicBezTo>
                    <a:pt x="1866098" y="7620"/>
                    <a:pt x="1815416" y="7620"/>
                    <a:pt x="1764734" y="7620"/>
                  </a:cubicBezTo>
                  <a:cubicBezTo>
                    <a:pt x="1673024" y="7620"/>
                    <a:pt x="1581315" y="7620"/>
                    <a:pt x="1489605" y="6350"/>
                  </a:cubicBezTo>
                  <a:cubicBezTo>
                    <a:pt x="1393068" y="5080"/>
                    <a:pt x="442182" y="2540"/>
                    <a:pt x="348059" y="1270"/>
                  </a:cubicBezTo>
                  <a:cubicBezTo>
                    <a:pt x="270829" y="0"/>
                    <a:pt x="196013" y="1270"/>
                    <a:pt x="118784" y="1270"/>
                  </a:cubicBezTo>
                  <a:cubicBezTo>
                    <a:pt x="65689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7331"/>
                    <a:pt x="16510" y="93185"/>
                    <a:pt x="17780" y="108760"/>
                  </a:cubicBezTo>
                  <a:cubicBezTo>
                    <a:pt x="19050" y="124613"/>
                    <a:pt x="17780" y="140467"/>
                    <a:pt x="16510" y="156598"/>
                  </a:cubicBezTo>
                  <a:cubicBezTo>
                    <a:pt x="15240" y="173008"/>
                    <a:pt x="2540" y="345170"/>
                    <a:pt x="2540" y="361579"/>
                  </a:cubicBezTo>
                  <a:cubicBezTo>
                    <a:pt x="2540" y="377711"/>
                    <a:pt x="1270" y="393842"/>
                    <a:pt x="0" y="409974"/>
                  </a:cubicBezTo>
                  <a:cubicBezTo>
                    <a:pt x="0" y="420379"/>
                    <a:pt x="3810" y="430539"/>
                    <a:pt x="15240" y="435619"/>
                  </a:cubicBezTo>
                  <a:cubicBezTo>
                    <a:pt x="22860" y="439429"/>
                    <a:pt x="31750" y="441969"/>
                    <a:pt x="40640" y="443239"/>
                  </a:cubicBezTo>
                  <a:cubicBezTo>
                    <a:pt x="116370" y="448319"/>
                    <a:pt x="208080" y="452129"/>
                    <a:pt x="299790" y="457209"/>
                  </a:cubicBezTo>
                  <a:cubicBezTo>
                    <a:pt x="350472" y="459749"/>
                    <a:pt x="401154" y="464829"/>
                    <a:pt x="451835" y="466099"/>
                  </a:cubicBezTo>
                  <a:cubicBezTo>
                    <a:pt x="536305" y="468639"/>
                    <a:pt x="1477538" y="469909"/>
                    <a:pt x="1562007" y="471179"/>
                  </a:cubicBezTo>
                  <a:cubicBezTo>
                    <a:pt x="1574074" y="471179"/>
                    <a:pt x="1586141" y="471179"/>
                    <a:pt x="1598208" y="471179"/>
                  </a:cubicBezTo>
                  <a:cubicBezTo>
                    <a:pt x="1656131" y="471179"/>
                    <a:pt x="1716466" y="469909"/>
                    <a:pt x="1774388" y="469909"/>
                  </a:cubicBezTo>
                  <a:cubicBezTo>
                    <a:pt x="1841964" y="469909"/>
                    <a:pt x="1907126" y="471179"/>
                    <a:pt x="1974701" y="471179"/>
                  </a:cubicBezTo>
                  <a:cubicBezTo>
                    <a:pt x="2073652" y="471179"/>
                    <a:pt x="2175015" y="471179"/>
                    <a:pt x="2273965" y="471179"/>
                  </a:cubicBezTo>
                  <a:cubicBezTo>
                    <a:pt x="2365675" y="471179"/>
                    <a:pt x="2457385" y="472449"/>
                    <a:pt x="2549095" y="473719"/>
                  </a:cubicBezTo>
                  <a:cubicBezTo>
                    <a:pt x="2590123" y="473719"/>
                    <a:pt x="2633564" y="474989"/>
                    <a:pt x="2674592" y="474989"/>
                  </a:cubicBezTo>
                  <a:cubicBezTo>
                    <a:pt x="2807330" y="473719"/>
                    <a:pt x="2937655" y="467369"/>
                    <a:pt x="3064952" y="467369"/>
                  </a:cubicBezTo>
                  <a:cubicBezTo>
                    <a:pt x="3068762" y="467369"/>
                    <a:pt x="3073843" y="464829"/>
                    <a:pt x="3077652" y="462289"/>
                  </a:cubicBezTo>
                  <a:cubicBezTo>
                    <a:pt x="3082733" y="458479"/>
                    <a:pt x="3085273" y="452129"/>
                    <a:pt x="3087812" y="449589"/>
                  </a:cubicBezTo>
                  <a:cubicBezTo>
                    <a:pt x="3089083" y="408027"/>
                    <a:pt x="3090352" y="396345"/>
                    <a:pt x="3091623" y="384664"/>
                  </a:cubicBezTo>
                  <a:cubicBezTo>
                    <a:pt x="3092893" y="366585"/>
                    <a:pt x="3103052" y="193033"/>
                    <a:pt x="3104323" y="174955"/>
                  </a:cubicBezTo>
                  <a:cubicBezTo>
                    <a:pt x="3104323" y="164108"/>
                    <a:pt x="3105593" y="153261"/>
                    <a:pt x="3106862" y="142414"/>
                  </a:cubicBezTo>
                  <a:cubicBezTo>
                    <a:pt x="3108133" y="130732"/>
                    <a:pt x="3109402" y="119051"/>
                    <a:pt x="3111943" y="107369"/>
                  </a:cubicBezTo>
                  <a:cubicBezTo>
                    <a:pt x="3113212" y="100416"/>
                    <a:pt x="3113212" y="93185"/>
                    <a:pt x="3118293" y="86232"/>
                  </a:cubicBezTo>
                  <a:cubicBezTo>
                    <a:pt x="3123373" y="77888"/>
                    <a:pt x="3125912" y="69822"/>
                    <a:pt x="3124643" y="44450"/>
                  </a:cubicBezTo>
                  <a:cubicBezTo>
                    <a:pt x="3124643" y="38100"/>
                    <a:pt x="3120833" y="30480"/>
                    <a:pt x="3114483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8182684" y="8335777"/>
            <a:ext cx="1983833" cy="495671"/>
            <a:chOff x="0" y="0"/>
            <a:chExt cx="1437900" cy="3592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1270"/>
              <a:ext cx="1439170" cy="357996"/>
            </a:xfrm>
            <a:custGeom>
              <a:avLst/>
              <a:gdLst/>
              <a:ahLst/>
              <a:cxnLst/>
              <a:rect r="r" b="b" t="t" l="l"/>
              <a:pathLst>
                <a:path h="357996" w="1439170">
                  <a:moveTo>
                    <a:pt x="1427740" y="27940"/>
                  </a:moveTo>
                  <a:cubicBezTo>
                    <a:pt x="1418850" y="24130"/>
                    <a:pt x="1409960" y="21590"/>
                    <a:pt x="1401070" y="21590"/>
                  </a:cubicBezTo>
                  <a:cubicBezTo>
                    <a:pt x="1374400" y="20320"/>
                    <a:pt x="1352891" y="20320"/>
                    <a:pt x="1330700" y="17780"/>
                  </a:cubicBezTo>
                  <a:cubicBezTo>
                    <a:pt x="1279977" y="12700"/>
                    <a:pt x="1230312" y="6350"/>
                    <a:pt x="1179589" y="3810"/>
                  </a:cubicBezTo>
                  <a:cubicBezTo>
                    <a:pt x="1138377" y="1270"/>
                    <a:pt x="1098222" y="3810"/>
                    <a:pt x="1057010" y="2540"/>
                  </a:cubicBezTo>
                  <a:cubicBezTo>
                    <a:pt x="1039046" y="2540"/>
                    <a:pt x="1021082" y="0"/>
                    <a:pt x="1003118" y="2540"/>
                  </a:cubicBezTo>
                  <a:cubicBezTo>
                    <a:pt x="959793" y="10160"/>
                    <a:pt x="916467" y="11430"/>
                    <a:pt x="872085" y="8890"/>
                  </a:cubicBezTo>
                  <a:cubicBezTo>
                    <a:pt x="849894" y="7620"/>
                    <a:pt x="827703" y="7620"/>
                    <a:pt x="805512" y="7620"/>
                  </a:cubicBezTo>
                  <a:cubicBezTo>
                    <a:pt x="765357" y="7620"/>
                    <a:pt x="725202" y="7620"/>
                    <a:pt x="685047" y="6350"/>
                  </a:cubicBezTo>
                  <a:cubicBezTo>
                    <a:pt x="642778" y="5080"/>
                    <a:pt x="226432" y="2540"/>
                    <a:pt x="185221" y="1270"/>
                  </a:cubicBezTo>
                  <a:cubicBezTo>
                    <a:pt x="151406" y="0"/>
                    <a:pt x="118647" y="1270"/>
                    <a:pt x="84833" y="1270"/>
                  </a:cubicBezTo>
                  <a:cubicBezTo>
                    <a:pt x="61585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3463"/>
                    <a:pt x="16510" y="83952"/>
                    <a:pt x="17780" y="94258"/>
                  </a:cubicBezTo>
                  <a:cubicBezTo>
                    <a:pt x="19050" y="104747"/>
                    <a:pt x="17780" y="115237"/>
                    <a:pt x="16510" y="125911"/>
                  </a:cubicBezTo>
                  <a:cubicBezTo>
                    <a:pt x="15240" y="136768"/>
                    <a:pt x="2540" y="250681"/>
                    <a:pt x="2540" y="261539"/>
                  </a:cubicBezTo>
                  <a:cubicBezTo>
                    <a:pt x="2540" y="272213"/>
                    <a:pt x="1270" y="282886"/>
                    <a:pt x="0" y="293560"/>
                  </a:cubicBezTo>
                  <a:cubicBezTo>
                    <a:pt x="0" y="303386"/>
                    <a:pt x="3810" y="313546"/>
                    <a:pt x="15240" y="318627"/>
                  </a:cubicBezTo>
                  <a:cubicBezTo>
                    <a:pt x="22860" y="322436"/>
                    <a:pt x="31750" y="324977"/>
                    <a:pt x="40640" y="326246"/>
                  </a:cubicBezTo>
                  <a:cubicBezTo>
                    <a:pt x="83776" y="331327"/>
                    <a:pt x="123931" y="335136"/>
                    <a:pt x="164086" y="340217"/>
                  </a:cubicBezTo>
                  <a:cubicBezTo>
                    <a:pt x="186277" y="342756"/>
                    <a:pt x="208468" y="347836"/>
                    <a:pt x="230659" y="349106"/>
                  </a:cubicBezTo>
                  <a:cubicBezTo>
                    <a:pt x="267644" y="351646"/>
                    <a:pt x="679763" y="352917"/>
                    <a:pt x="716748" y="354186"/>
                  </a:cubicBezTo>
                  <a:cubicBezTo>
                    <a:pt x="722032" y="354186"/>
                    <a:pt x="727315" y="354186"/>
                    <a:pt x="732599" y="354186"/>
                  </a:cubicBezTo>
                  <a:cubicBezTo>
                    <a:pt x="757960" y="354186"/>
                    <a:pt x="784378" y="352917"/>
                    <a:pt x="809739" y="352917"/>
                  </a:cubicBezTo>
                  <a:cubicBezTo>
                    <a:pt x="839327" y="352917"/>
                    <a:pt x="867858" y="354186"/>
                    <a:pt x="897446" y="354186"/>
                  </a:cubicBezTo>
                  <a:cubicBezTo>
                    <a:pt x="940772" y="354186"/>
                    <a:pt x="985154" y="354186"/>
                    <a:pt x="1028479" y="354186"/>
                  </a:cubicBezTo>
                  <a:cubicBezTo>
                    <a:pt x="1068634" y="354186"/>
                    <a:pt x="1108789" y="355456"/>
                    <a:pt x="1148945" y="356727"/>
                  </a:cubicBezTo>
                  <a:cubicBezTo>
                    <a:pt x="1166909" y="356727"/>
                    <a:pt x="1185930" y="357996"/>
                    <a:pt x="1203894" y="357996"/>
                  </a:cubicBezTo>
                  <a:cubicBezTo>
                    <a:pt x="1262013" y="356727"/>
                    <a:pt x="1319076" y="350377"/>
                    <a:pt x="1378210" y="350377"/>
                  </a:cubicBezTo>
                  <a:cubicBezTo>
                    <a:pt x="1382020" y="350377"/>
                    <a:pt x="1387100" y="347836"/>
                    <a:pt x="1390910" y="345296"/>
                  </a:cubicBezTo>
                  <a:cubicBezTo>
                    <a:pt x="1395990" y="341486"/>
                    <a:pt x="1398530" y="335136"/>
                    <a:pt x="1401070" y="332596"/>
                  </a:cubicBezTo>
                  <a:cubicBezTo>
                    <a:pt x="1402340" y="292272"/>
                    <a:pt x="1403610" y="284543"/>
                    <a:pt x="1404880" y="276813"/>
                  </a:cubicBezTo>
                  <a:cubicBezTo>
                    <a:pt x="1406150" y="264852"/>
                    <a:pt x="1416310" y="150018"/>
                    <a:pt x="1417580" y="138056"/>
                  </a:cubicBezTo>
                  <a:cubicBezTo>
                    <a:pt x="1417580" y="130879"/>
                    <a:pt x="1418850" y="123702"/>
                    <a:pt x="1420120" y="116525"/>
                  </a:cubicBezTo>
                  <a:cubicBezTo>
                    <a:pt x="1421390" y="108796"/>
                    <a:pt x="1422660" y="101067"/>
                    <a:pt x="1425200" y="93338"/>
                  </a:cubicBezTo>
                  <a:cubicBezTo>
                    <a:pt x="1426470" y="88737"/>
                    <a:pt x="1426470" y="83952"/>
                    <a:pt x="1431550" y="79352"/>
                  </a:cubicBezTo>
                  <a:cubicBezTo>
                    <a:pt x="1436630" y="73831"/>
                    <a:pt x="1439170" y="68494"/>
                    <a:pt x="1437900" y="44450"/>
                  </a:cubicBezTo>
                  <a:cubicBezTo>
                    <a:pt x="1437900" y="38100"/>
                    <a:pt x="1434090" y="30480"/>
                    <a:pt x="1427740" y="27940"/>
                  </a:cubicBezTo>
                  <a:close/>
                </a:path>
              </a:pathLst>
            </a:custGeom>
            <a:solidFill>
              <a:srgbClr val="498463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24448">
            <a:off x="2156878" y="3111574"/>
            <a:ext cx="4707443" cy="4776283"/>
            <a:chOff x="0" y="0"/>
            <a:chExt cx="2952750" cy="29959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2"/>
              <a:stretch>
                <a:fillRect l="-25512" t="0" r="-25512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24448">
            <a:off x="7222019" y="3111574"/>
            <a:ext cx="4707443" cy="4776283"/>
            <a:chOff x="0" y="0"/>
            <a:chExt cx="2952750" cy="29959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3"/>
              <a:stretch>
                <a:fillRect l="-25984" t="0" r="-25984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3217560" y="3464274"/>
            <a:ext cx="2227354" cy="1121632"/>
          </a:xfrm>
          <a:custGeom>
            <a:avLst/>
            <a:gdLst/>
            <a:ahLst/>
            <a:cxnLst/>
            <a:rect r="r" b="b" t="t" l="l"/>
            <a:pathLst>
              <a:path h="1121632" w="2227354">
                <a:moveTo>
                  <a:pt x="0" y="0"/>
                </a:moveTo>
                <a:lnTo>
                  <a:pt x="2227353" y="0"/>
                </a:lnTo>
                <a:lnTo>
                  <a:pt x="2227353" y="1121632"/>
                </a:lnTo>
                <a:lnTo>
                  <a:pt x="0" y="1121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98786" y="4728781"/>
            <a:ext cx="4110463" cy="299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Những hình ảnh này cho thấy</a:t>
            </a: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hai trạng thái khác nhau của các</a:t>
            </a: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rạn san hô, đóng vai trò là môi trường sống cho các sinh vật dưới đại dương.</a:t>
            </a:r>
          </a:p>
          <a:p>
            <a:pPr algn="ctr">
              <a:lnSpc>
                <a:spcPts val="2660"/>
              </a:lnSpc>
            </a:pP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Tại sao các rạn san hô bị phá hủy? Những điều này gây ra sự tàn phá</a:t>
            </a: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như thế nào đối với hệ sinh thái</a:t>
            </a: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của chúng ta?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24646" y="1625079"/>
            <a:ext cx="7840628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b="true" sz="5000" spc="-55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Điều gì đang xảy ra ở đây?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47535" y="-211570"/>
            <a:ext cx="12853059" cy="10983523"/>
          </a:xfrm>
          <a:custGeom>
            <a:avLst/>
            <a:gdLst/>
            <a:ahLst/>
            <a:cxnLst/>
            <a:rect r="r" b="b" t="t" l="l"/>
            <a:pathLst>
              <a:path h="10983523" w="12853059">
                <a:moveTo>
                  <a:pt x="0" y="0"/>
                </a:moveTo>
                <a:lnTo>
                  <a:pt x="12853058" y="0"/>
                </a:lnTo>
                <a:lnTo>
                  <a:pt x="12853058" y="10983522"/>
                </a:lnTo>
                <a:lnTo>
                  <a:pt x="0" y="1098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94672" y="-211570"/>
            <a:ext cx="12853059" cy="10983523"/>
          </a:xfrm>
          <a:custGeom>
            <a:avLst/>
            <a:gdLst/>
            <a:ahLst/>
            <a:cxnLst/>
            <a:rect r="r" b="b" t="t" l="l"/>
            <a:pathLst>
              <a:path h="10983523" w="12853059">
                <a:moveTo>
                  <a:pt x="0" y="0"/>
                </a:moveTo>
                <a:lnTo>
                  <a:pt x="12853058" y="0"/>
                </a:lnTo>
                <a:lnTo>
                  <a:pt x="12853058" y="10983522"/>
                </a:lnTo>
                <a:lnTo>
                  <a:pt x="0" y="1098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9780">
            <a:off x="1624598" y="1949923"/>
            <a:ext cx="15038803" cy="7161940"/>
            <a:chOff x="0" y="0"/>
            <a:chExt cx="9157652" cy="43611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9158922" cy="4359885"/>
            </a:xfrm>
            <a:custGeom>
              <a:avLst/>
              <a:gdLst/>
              <a:ahLst/>
              <a:cxnLst/>
              <a:rect r="r" b="b" t="t" l="l"/>
              <a:pathLst>
                <a:path h="4359885" w="9158922">
                  <a:moveTo>
                    <a:pt x="9147491" y="27940"/>
                  </a:moveTo>
                  <a:cubicBezTo>
                    <a:pt x="9138602" y="24130"/>
                    <a:pt x="9129712" y="21590"/>
                    <a:pt x="9120822" y="21590"/>
                  </a:cubicBezTo>
                  <a:cubicBezTo>
                    <a:pt x="9094152" y="20320"/>
                    <a:pt x="8959373" y="20320"/>
                    <a:pt x="8806787" y="17780"/>
                  </a:cubicBezTo>
                  <a:cubicBezTo>
                    <a:pt x="8458021" y="12700"/>
                    <a:pt x="8116521" y="6350"/>
                    <a:pt x="7767755" y="3810"/>
                  </a:cubicBezTo>
                  <a:cubicBezTo>
                    <a:pt x="7484382" y="1270"/>
                    <a:pt x="7208276" y="3810"/>
                    <a:pt x="6924903" y="2540"/>
                  </a:cubicBezTo>
                  <a:cubicBezTo>
                    <a:pt x="6801382" y="2540"/>
                    <a:pt x="6677861" y="0"/>
                    <a:pt x="6554339" y="2540"/>
                  </a:cubicBezTo>
                  <a:cubicBezTo>
                    <a:pt x="6256434" y="10160"/>
                    <a:pt x="5958530" y="11430"/>
                    <a:pt x="5653360" y="8890"/>
                  </a:cubicBezTo>
                  <a:cubicBezTo>
                    <a:pt x="5500774" y="7620"/>
                    <a:pt x="5348189" y="7620"/>
                    <a:pt x="5195604" y="7620"/>
                  </a:cubicBezTo>
                  <a:cubicBezTo>
                    <a:pt x="4919497" y="7620"/>
                    <a:pt x="4643391" y="7620"/>
                    <a:pt x="4367285" y="6350"/>
                  </a:cubicBezTo>
                  <a:cubicBezTo>
                    <a:pt x="4076646" y="5080"/>
                    <a:pt x="1213857" y="2540"/>
                    <a:pt x="930485" y="1270"/>
                  </a:cubicBezTo>
                  <a:cubicBezTo>
                    <a:pt x="697974" y="0"/>
                    <a:pt x="472729" y="1270"/>
                    <a:pt x="240219" y="1270"/>
                  </a:cubicBezTo>
                  <a:cubicBezTo>
                    <a:pt x="80367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232952" y="4333215"/>
                    <a:pt x="509059" y="4337025"/>
                    <a:pt x="785165" y="4342105"/>
                  </a:cubicBezTo>
                  <a:cubicBezTo>
                    <a:pt x="937750" y="4344645"/>
                    <a:pt x="1090336" y="4349725"/>
                    <a:pt x="1242921" y="4350995"/>
                  </a:cubicBezTo>
                  <a:cubicBezTo>
                    <a:pt x="1497229" y="4353535"/>
                    <a:pt x="4330955" y="4354805"/>
                    <a:pt x="4585263" y="4356075"/>
                  </a:cubicBezTo>
                  <a:cubicBezTo>
                    <a:pt x="4621593" y="4356075"/>
                    <a:pt x="4657923" y="4356075"/>
                    <a:pt x="4694253" y="4356075"/>
                  </a:cubicBezTo>
                  <a:cubicBezTo>
                    <a:pt x="4868636" y="4356075"/>
                    <a:pt x="5050285" y="4354805"/>
                    <a:pt x="5224668" y="4354805"/>
                  </a:cubicBezTo>
                  <a:cubicBezTo>
                    <a:pt x="5428115" y="4354805"/>
                    <a:pt x="5624295" y="4356075"/>
                    <a:pt x="5827742" y="4356075"/>
                  </a:cubicBezTo>
                  <a:cubicBezTo>
                    <a:pt x="6125647" y="4356075"/>
                    <a:pt x="6430818" y="4356075"/>
                    <a:pt x="6728722" y="4356075"/>
                  </a:cubicBezTo>
                  <a:cubicBezTo>
                    <a:pt x="7004828" y="4356075"/>
                    <a:pt x="7280935" y="4357345"/>
                    <a:pt x="7557042" y="4358615"/>
                  </a:cubicBezTo>
                  <a:cubicBezTo>
                    <a:pt x="7680563" y="4358615"/>
                    <a:pt x="7811350" y="4359885"/>
                    <a:pt x="7934871" y="4359885"/>
                  </a:cubicBezTo>
                  <a:cubicBezTo>
                    <a:pt x="8334499" y="4358615"/>
                    <a:pt x="8726861" y="4352265"/>
                    <a:pt x="9097962" y="4352265"/>
                  </a:cubicBezTo>
                  <a:cubicBezTo>
                    <a:pt x="9101772" y="4352265"/>
                    <a:pt x="9106852" y="4349725"/>
                    <a:pt x="9110662" y="4347185"/>
                  </a:cubicBezTo>
                  <a:cubicBezTo>
                    <a:pt x="9115741" y="4343375"/>
                    <a:pt x="9118281" y="4337025"/>
                    <a:pt x="9120822" y="4334485"/>
                  </a:cubicBezTo>
                  <a:cubicBezTo>
                    <a:pt x="9122091" y="4251818"/>
                    <a:pt x="9123362" y="4108898"/>
                    <a:pt x="9124631" y="3965977"/>
                  </a:cubicBezTo>
                  <a:cubicBezTo>
                    <a:pt x="9125902" y="3744790"/>
                    <a:pt x="9136062" y="1621395"/>
                    <a:pt x="9137331" y="1400208"/>
                  </a:cubicBezTo>
                  <a:cubicBezTo>
                    <a:pt x="9137331" y="1267496"/>
                    <a:pt x="9138602" y="1134784"/>
                    <a:pt x="9139872" y="1002071"/>
                  </a:cubicBezTo>
                  <a:cubicBezTo>
                    <a:pt x="9141141" y="859151"/>
                    <a:pt x="9142412" y="716230"/>
                    <a:pt x="9144952" y="573309"/>
                  </a:cubicBezTo>
                  <a:cubicBezTo>
                    <a:pt x="9146222" y="488237"/>
                    <a:pt x="9146222" y="399762"/>
                    <a:pt x="9151302" y="314690"/>
                  </a:cubicBezTo>
                  <a:cubicBezTo>
                    <a:pt x="9156381" y="212604"/>
                    <a:pt x="9158922" y="113921"/>
                    <a:pt x="9157652" y="44450"/>
                  </a:cubicBezTo>
                  <a:cubicBezTo>
                    <a:pt x="9157652" y="38100"/>
                    <a:pt x="9153841" y="30480"/>
                    <a:pt x="914749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07572" y="1427140"/>
            <a:ext cx="5504917" cy="1356209"/>
            <a:chOff x="0" y="0"/>
            <a:chExt cx="1933159" cy="4762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1270"/>
              <a:ext cx="1934429" cy="474989"/>
            </a:xfrm>
            <a:custGeom>
              <a:avLst/>
              <a:gdLst/>
              <a:ahLst/>
              <a:cxnLst/>
              <a:rect r="r" b="b" t="t" l="l"/>
              <a:pathLst>
                <a:path h="474989" w="1934429">
                  <a:moveTo>
                    <a:pt x="1922999" y="27940"/>
                  </a:moveTo>
                  <a:cubicBezTo>
                    <a:pt x="1914109" y="24130"/>
                    <a:pt x="1905219" y="21590"/>
                    <a:pt x="1896329" y="21590"/>
                  </a:cubicBezTo>
                  <a:cubicBezTo>
                    <a:pt x="1869659" y="20320"/>
                    <a:pt x="1840883" y="20320"/>
                    <a:pt x="1810327" y="17780"/>
                  </a:cubicBezTo>
                  <a:cubicBezTo>
                    <a:pt x="1740483" y="12700"/>
                    <a:pt x="1672095" y="6350"/>
                    <a:pt x="1602252" y="3810"/>
                  </a:cubicBezTo>
                  <a:cubicBezTo>
                    <a:pt x="1545504" y="1270"/>
                    <a:pt x="1490212" y="3810"/>
                    <a:pt x="1433464" y="2540"/>
                  </a:cubicBezTo>
                  <a:cubicBezTo>
                    <a:pt x="1408728" y="2540"/>
                    <a:pt x="1383992" y="0"/>
                    <a:pt x="1359256" y="2540"/>
                  </a:cubicBezTo>
                  <a:cubicBezTo>
                    <a:pt x="1299598" y="10160"/>
                    <a:pt x="1239940" y="11430"/>
                    <a:pt x="1178827" y="8890"/>
                  </a:cubicBezTo>
                  <a:cubicBezTo>
                    <a:pt x="1148271" y="7620"/>
                    <a:pt x="1117714" y="7620"/>
                    <a:pt x="1087158" y="7620"/>
                  </a:cubicBezTo>
                  <a:cubicBezTo>
                    <a:pt x="1031865" y="7620"/>
                    <a:pt x="976573" y="7620"/>
                    <a:pt x="921280" y="6350"/>
                  </a:cubicBezTo>
                  <a:cubicBezTo>
                    <a:pt x="863077" y="5080"/>
                    <a:pt x="289780" y="2540"/>
                    <a:pt x="233033" y="1270"/>
                  </a:cubicBezTo>
                  <a:cubicBezTo>
                    <a:pt x="186471" y="0"/>
                    <a:pt x="141364" y="1270"/>
                    <a:pt x="94801" y="1270"/>
                  </a:cubicBezTo>
                  <a:cubicBezTo>
                    <a:pt x="62790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7331"/>
                    <a:pt x="16510" y="93185"/>
                    <a:pt x="17780" y="108760"/>
                  </a:cubicBezTo>
                  <a:cubicBezTo>
                    <a:pt x="19050" y="124613"/>
                    <a:pt x="17780" y="140467"/>
                    <a:pt x="16510" y="156598"/>
                  </a:cubicBezTo>
                  <a:cubicBezTo>
                    <a:pt x="15240" y="173008"/>
                    <a:pt x="2540" y="345170"/>
                    <a:pt x="2540" y="361579"/>
                  </a:cubicBezTo>
                  <a:cubicBezTo>
                    <a:pt x="2540" y="377711"/>
                    <a:pt x="1270" y="393842"/>
                    <a:pt x="0" y="409974"/>
                  </a:cubicBezTo>
                  <a:cubicBezTo>
                    <a:pt x="0" y="420379"/>
                    <a:pt x="3810" y="430539"/>
                    <a:pt x="15240" y="435619"/>
                  </a:cubicBezTo>
                  <a:cubicBezTo>
                    <a:pt x="22860" y="439429"/>
                    <a:pt x="31750" y="441969"/>
                    <a:pt x="40640" y="443239"/>
                  </a:cubicBezTo>
                  <a:cubicBezTo>
                    <a:pt x="93346" y="448319"/>
                    <a:pt x="148639" y="452129"/>
                    <a:pt x="203931" y="457209"/>
                  </a:cubicBezTo>
                  <a:cubicBezTo>
                    <a:pt x="234488" y="459749"/>
                    <a:pt x="265044" y="464829"/>
                    <a:pt x="295601" y="466099"/>
                  </a:cubicBezTo>
                  <a:cubicBezTo>
                    <a:pt x="346528" y="468639"/>
                    <a:pt x="914005" y="469909"/>
                    <a:pt x="964932" y="471179"/>
                  </a:cubicBezTo>
                  <a:cubicBezTo>
                    <a:pt x="972207" y="471179"/>
                    <a:pt x="979483" y="471179"/>
                    <a:pt x="986758" y="471179"/>
                  </a:cubicBezTo>
                  <a:cubicBezTo>
                    <a:pt x="1021680" y="471179"/>
                    <a:pt x="1058056" y="469909"/>
                    <a:pt x="1092978" y="469909"/>
                  </a:cubicBezTo>
                  <a:cubicBezTo>
                    <a:pt x="1133720" y="469909"/>
                    <a:pt x="1173007" y="471179"/>
                    <a:pt x="1213749" y="471179"/>
                  </a:cubicBezTo>
                  <a:cubicBezTo>
                    <a:pt x="1273406" y="471179"/>
                    <a:pt x="1334519" y="471179"/>
                    <a:pt x="1394177" y="471179"/>
                  </a:cubicBezTo>
                  <a:cubicBezTo>
                    <a:pt x="1449470" y="471179"/>
                    <a:pt x="1504762" y="472449"/>
                    <a:pt x="1560055" y="473719"/>
                  </a:cubicBezTo>
                  <a:cubicBezTo>
                    <a:pt x="1584791" y="473719"/>
                    <a:pt x="1610982" y="474989"/>
                    <a:pt x="1635719" y="474989"/>
                  </a:cubicBezTo>
                  <a:cubicBezTo>
                    <a:pt x="1715747" y="473719"/>
                    <a:pt x="1794321" y="467369"/>
                    <a:pt x="1873469" y="467369"/>
                  </a:cubicBezTo>
                  <a:cubicBezTo>
                    <a:pt x="1877279" y="467369"/>
                    <a:pt x="1882359" y="464829"/>
                    <a:pt x="1886169" y="462289"/>
                  </a:cubicBezTo>
                  <a:cubicBezTo>
                    <a:pt x="1891249" y="458479"/>
                    <a:pt x="1893789" y="452129"/>
                    <a:pt x="1896329" y="449589"/>
                  </a:cubicBezTo>
                  <a:cubicBezTo>
                    <a:pt x="1897599" y="408027"/>
                    <a:pt x="1898869" y="396345"/>
                    <a:pt x="1900139" y="384664"/>
                  </a:cubicBezTo>
                  <a:cubicBezTo>
                    <a:pt x="1901409" y="366585"/>
                    <a:pt x="1911569" y="193033"/>
                    <a:pt x="1912839" y="174955"/>
                  </a:cubicBezTo>
                  <a:cubicBezTo>
                    <a:pt x="1912839" y="164108"/>
                    <a:pt x="1914109" y="153261"/>
                    <a:pt x="1915379" y="142414"/>
                  </a:cubicBezTo>
                  <a:cubicBezTo>
                    <a:pt x="1916649" y="130732"/>
                    <a:pt x="1917919" y="119051"/>
                    <a:pt x="1920459" y="107369"/>
                  </a:cubicBezTo>
                  <a:cubicBezTo>
                    <a:pt x="1921729" y="100416"/>
                    <a:pt x="1921729" y="93185"/>
                    <a:pt x="1926809" y="86232"/>
                  </a:cubicBezTo>
                  <a:cubicBezTo>
                    <a:pt x="1931889" y="77888"/>
                    <a:pt x="1934429" y="69822"/>
                    <a:pt x="1933159" y="44450"/>
                  </a:cubicBezTo>
                  <a:cubicBezTo>
                    <a:pt x="1933159" y="38100"/>
                    <a:pt x="1929349" y="30480"/>
                    <a:pt x="1922999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11370" y="2908407"/>
            <a:ext cx="5622978" cy="5163305"/>
            <a:chOff x="0" y="0"/>
            <a:chExt cx="7497305" cy="6884407"/>
          </a:xfrm>
        </p:grpSpPr>
        <p:grpSp>
          <p:nvGrpSpPr>
            <p:cNvPr name="Group 9" id="9"/>
            <p:cNvGrpSpPr/>
            <p:nvPr/>
          </p:nvGrpSpPr>
          <p:grpSpPr>
            <a:xfrm rot="9780">
              <a:off x="8740" y="364745"/>
              <a:ext cx="7479824" cy="6154917"/>
              <a:chOff x="0" y="0"/>
              <a:chExt cx="4507382" cy="370898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-1270"/>
                <a:ext cx="4508652" cy="3707716"/>
              </a:xfrm>
              <a:custGeom>
                <a:avLst/>
                <a:gdLst/>
                <a:ahLst/>
                <a:cxnLst/>
                <a:rect r="r" b="b" t="t" l="l"/>
                <a:pathLst>
                  <a:path h="3707716" w="4508652">
                    <a:moveTo>
                      <a:pt x="4497222" y="27940"/>
                    </a:moveTo>
                    <a:cubicBezTo>
                      <a:pt x="4488332" y="24130"/>
                      <a:pt x="4479442" y="21590"/>
                      <a:pt x="4470552" y="21590"/>
                    </a:cubicBezTo>
                    <a:cubicBezTo>
                      <a:pt x="4443882" y="20320"/>
                      <a:pt x="4377335" y="20320"/>
                      <a:pt x="4303297" y="17780"/>
                    </a:cubicBezTo>
                    <a:cubicBezTo>
                      <a:pt x="4134069" y="12700"/>
                      <a:pt x="3968366" y="6350"/>
                      <a:pt x="3799137" y="3810"/>
                    </a:cubicBezTo>
                    <a:cubicBezTo>
                      <a:pt x="3661639" y="1270"/>
                      <a:pt x="3527666" y="3810"/>
                      <a:pt x="3390167" y="2540"/>
                    </a:cubicBezTo>
                    <a:cubicBezTo>
                      <a:pt x="3330232" y="2540"/>
                      <a:pt x="3270297" y="0"/>
                      <a:pt x="3210362" y="2540"/>
                    </a:cubicBezTo>
                    <a:cubicBezTo>
                      <a:pt x="3065812" y="10160"/>
                      <a:pt x="2921263" y="11430"/>
                      <a:pt x="2773188" y="8890"/>
                    </a:cubicBezTo>
                    <a:cubicBezTo>
                      <a:pt x="2699150" y="7620"/>
                      <a:pt x="2625112" y="7620"/>
                      <a:pt x="2551075" y="7620"/>
                    </a:cubicBezTo>
                    <a:cubicBezTo>
                      <a:pt x="2417102" y="7620"/>
                      <a:pt x="2283129" y="7620"/>
                      <a:pt x="2149156" y="6350"/>
                    </a:cubicBezTo>
                    <a:cubicBezTo>
                      <a:pt x="2008132" y="5080"/>
                      <a:pt x="619046" y="2540"/>
                      <a:pt x="481548" y="1270"/>
                    </a:cubicBezTo>
                    <a:cubicBezTo>
                      <a:pt x="368729" y="0"/>
                      <a:pt x="259435" y="1270"/>
                      <a:pt x="146616" y="1270"/>
                    </a:cubicBezTo>
                    <a:cubicBezTo>
                      <a:pt x="69053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184232"/>
                      <a:pt x="16510" y="348296"/>
                      <a:pt x="17780" y="509482"/>
                    </a:cubicBezTo>
                    <a:cubicBezTo>
                      <a:pt x="19050" y="673546"/>
                      <a:pt x="17780" y="837610"/>
                      <a:pt x="16510" y="1004552"/>
                    </a:cubicBezTo>
                    <a:cubicBezTo>
                      <a:pt x="15240" y="1174373"/>
                      <a:pt x="2540" y="2956050"/>
                      <a:pt x="2540" y="3125871"/>
                    </a:cubicBezTo>
                    <a:cubicBezTo>
                      <a:pt x="2540" y="3292813"/>
                      <a:pt x="1270" y="3459755"/>
                      <a:pt x="0" y="3626698"/>
                    </a:cubicBezTo>
                    <a:cubicBezTo>
                      <a:pt x="0" y="3653106"/>
                      <a:pt x="3810" y="3663266"/>
                      <a:pt x="15240" y="3668346"/>
                    </a:cubicBezTo>
                    <a:cubicBezTo>
                      <a:pt x="22860" y="3672156"/>
                      <a:pt x="31750" y="3674696"/>
                      <a:pt x="40640" y="3675966"/>
                    </a:cubicBezTo>
                    <a:cubicBezTo>
                      <a:pt x="143090" y="3681046"/>
                      <a:pt x="277063" y="3684856"/>
                      <a:pt x="411036" y="3689936"/>
                    </a:cubicBezTo>
                    <a:cubicBezTo>
                      <a:pt x="485074" y="3692476"/>
                      <a:pt x="559111" y="3697556"/>
                      <a:pt x="633149" y="3698826"/>
                    </a:cubicBezTo>
                    <a:cubicBezTo>
                      <a:pt x="756545" y="3701366"/>
                      <a:pt x="2131528" y="3702636"/>
                      <a:pt x="2254924" y="3703906"/>
                    </a:cubicBezTo>
                    <a:cubicBezTo>
                      <a:pt x="2272552" y="3703906"/>
                      <a:pt x="2290180" y="3703906"/>
                      <a:pt x="2307808" y="3703906"/>
                    </a:cubicBezTo>
                    <a:cubicBezTo>
                      <a:pt x="2392423" y="3703906"/>
                      <a:pt x="2480563" y="3702636"/>
                      <a:pt x="2565177" y="3702636"/>
                    </a:cubicBezTo>
                    <a:cubicBezTo>
                      <a:pt x="2663894" y="3702636"/>
                      <a:pt x="2759085" y="3703906"/>
                      <a:pt x="2857802" y="3703906"/>
                    </a:cubicBezTo>
                    <a:cubicBezTo>
                      <a:pt x="3002351" y="3703906"/>
                      <a:pt x="3150426" y="3703906"/>
                      <a:pt x="3294976" y="3703906"/>
                    </a:cubicBezTo>
                    <a:cubicBezTo>
                      <a:pt x="3428948" y="3703906"/>
                      <a:pt x="3562922" y="3705176"/>
                      <a:pt x="3696895" y="3706446"/>
                    </a:cubicBezTo>
                    <a:cubicBezTo>
                      <a:pt x="3756830" y="3706446"/>
                      <a:pt x="3820290" y="3707716"/>
                      <a:pt x="3880226" y="3707716"/>
                    </a:cubicBezTo>
                    <a:cubicBezTo>
                      <a:pt x="4074133" y="3706446"/>
                      <a:pt x="4264516" y="3700096"/>
                      <a:pt x="4447692" y="3700096"/>
                    </a:cubicBezTo>
                    <a:cubicBezTo>
                      <a:pt x="4451502" y="3700096"/>
                      <a:pt x="4456582" y="3697556"/>
                      <a:pt x="4460392" y="3695016"/>
                    </a:cubicBezTo>
                    <a:cubicBezTo>
                      <a:pt x="4465472" y="3691206"/>
                      <a:pt x="4468012" y="3684856"/>
                      <a:pt x="4470552" y="3682316"/>
                    </a:cubicBezTo>
                    <a:cubicBezTo>
                      <a:pt x="4471822" y="3606549"/>
                      <a:pt x="4473092" y="3485660"/>
                      <a:pt x="4474362" y="3364771"/>
                    </a:cubicBezTo>
                    <a:cubicBezTo>
                      <a:pt x="4475632" y="3177680"/>
                      <a:pt x="4485792" y="1381612"/>
                      <a:pt x="4487062" y="1194521"/>
                    </a:cubicBezTo>
                    <a:cubicBezTo>
                      <a:pt x="4487062" y="1082267"/>
                      <a:pt x="4488332" y="970012"/>
                      <a:pt x="4489602" y="857758"/>
                    </a:cubicBezTo>
                    <a:cubicBezTo>
                      <a:pt x="4490872" y="736869"/>
                      <a:pt x="4492142" y="615980"/>
                      <a:pt x="4494682" y="495090"/>
                    </a:cubicBezTo>
                    <a:cubicBezTo>
                      <a:pt x="4495952" y="423132"/>
                      <a:pt x="4495952" y="348296"/>
                      <a:pt x="4501032" y="276338"/>
                    </a:cubicBezTo>
                    <a:cubicBezTo>
                      <a:pt x="4506112" y="189989"/>
                      <a:pt x="4508652" y="106518"/>
                      <a:pt x="4507382" y="44450"/>
                    </a:cubicBezTo>
                    <a:cubicBezTo>
                      <a:pt x="4507382" y="38100"/>
                      <a:pt x="4503572" y="30480"/>
                      <a:pt x="4497222" y="27940"/>
                    </a:cubicBezTo>
                    <a:close/>
                  </a:path>
                </a:pathLst>
              </a:custGeom>
              <a:solidFill>
                <a:srgbClr val="F6E8CE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-10738331">
              <a:off x="2426097" y="23670"/>
              <a:ext cx="2645111" cy="660894"/>
              <a:chOff x="0" y="0"/>
              <a:chExt cx="1437900" cy="35926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-1270"/>
                <a:ext cx="1439170" cy="357996"/>
              </a:xfrm>
              <a:custGeom>
                <a:avLst/>
                <a:gdLst/>
                <a:ahLst/>
                <a:cxnLst/>
                <a:rect r="r" b="b" t="t" l="l"/>
                <a:pathLst>
                  <a:path h="357996" w="1439170">
                    <a:moveTo>
                      <a:pt x="1427740" y="27940"/>
                    </a:moveTo>
                    <a:cubicBezTo>
                      <a:pt x="1418850" y="24130"/>
                      <a:pt x="1409960" y="21590"/>
                      <a:pt x="1401070" y="21590"/>
                    </a:cubicBezTo>
                    <a:cubicBezTo>
                      <a:pt x="1374400" y="20320"/>
                      <a:pt x="1352891" y="20320"/>
                      <a:pt x="1330700" y="17780"/>
                    </a:cubicBezTo>
                    <a:cubicBezTo>
                      <a:pt x="1279977" y="12700"/>
                      <a:pt x="1230312" y="6350"/>
                      <a:pt x="1179589" y="3810"/>
                    </a:cubicBezTo>
                    <a:cubicBezTo>
                      <a:pt x="1138377" y="1270"/>
                      <a:pt x="1098222" y="3810"/>
                      <a:pt x="1057010" y="2540"/>
                    </a:cubicBezTo>
                    <a:cubicBezTo>
                      <a:pt x="1039046" y="2540"/>
                      <a:pt x="1021082" y="0"/>
                      <a:pt x="1003118" y="2540"/>
                    </a:cubicBezTo>
                    <a:cubicBezTo>
                      <a:pt x="959793" y="10160"/>
                      <a:pt x="916467" y="11430"/>
                      <a:pt x="872085" y="8890"/>
                    </a:cubicBezTo>
                    <a:cubicBezTo>
                      <a:pt x="849894" y="7620"/>
                      <a:pt x="827703" y="7620"/>
                      <a:pt x="805512" y="7620"/>
                    </a:cubicBezTo>
                    <a:cubicBezTo>
                      <a:pt x="765357" y="7620"/>
                      <a:pt x="725202" y="7620"/>
                      <a:pt x="685047" y="6350"/>
                    </a:cubicBezTo>
                    <a:cubicBezTo>
                      <a:pt x="642778" y="5080"/>
                      <a:pt x="226432" y="2540"/>
                      <a:pt x="185221" y="1270"/>
                    </a:cubicBezTo>
                    <a:cubicBezTo>
                      <a:pt x="151406" y="0"/>
                      <a:pt x="118647" y="1270"/>
                      <a:pt x="84833" y="1270"/>
                    </a:cubicBezTo>
                    <a:cubicBezTo>
                      <a:pt x="61585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73463"/>
                      <a:pt x="16510" y="83952"/>
                      <a:pt x="17780" y="94258"/>
                    </a:cubicBezTo>
                    <a:cubicBezTo>
                      <a:pt x="19050" y="104747"/>
                      <a:pt x="17780" y="115237"/>
                      <a:pt x="16510" y="125911"/>
                    </a:cubicBezTo>
                    <a:cubicBezTo>
                      <a:pt x="15240" y="136768"/>
                      <a:pt x="2540" y="250681"/>
                      <a:pt x="2540" y="261539"/>
                    </a:cubicBezTo>
                    <a:cubicBezTo>
                      <a:pt x="2540" y="272213"/>
                      <a:pt x="1270" y="282886"/>
                      <a:pt x="0" y="293560"/>
                    </a:cubicBezTo>
                    <a:cubicBezTo>
                      <a:pt x="0" y="303386"/>
                      <a:pt x="3810" y="313546"/>
                      <a:pt x="15240" y="318627"/>
                    </a:cubicBezTo>
                    <a:cubicBezTo>
                      <a:pt x="22860" y="322436"/>
                      <a:pt x="31750" y="324977"/>
                      <a:pt x="40640" y="326246"/>
                    </a:cubicBezTo>
                    <a:cubicBezTo>
                      <a:pt x="83776" y="331327"/>
                      <a:pt x="123931" y="335136"/>
                      <a:pt x="164086" y="340217"/>
                    </a:cubicBezTo>
                    <a:cubicBezTo>
                      <a:pt x="186277" y="342756"/>
                      <a:pt x="208468" y="347836"/>
                      <a:pt x="230659" y="349106"/>
                    </a:cubicBezTo>
                    <a:cubicBezTo>
                      <a:pt x="267644" y="351646"/>
                      <a:pt x="679763" y="352917"/>
                      <a:pt x="716748" y="354186"/>
                    </a:cubicBezTo>
                    <a:cubicBezTo>
                      <a:pt x="722032" y="354186"/>
                      <a:pt x="727315" y="354186"/>
                      <a:pt x="732599" y="354186"/>
                    </a:cubicBezTo>
                    <a:cubicBezTo>
                      <a:pt x="757960" y="354186"/>
                      <a:pt x="784378" y="352917"/>
                      <a:pt x="809739" y="352917"/>
                    </a:cubicBezTo>
                    <a:cubicBezTo>
                      <a:pt x="839327" y="352917"/>
                      <a:pt x="867858" y="354186"/>
                      <a:pt x="897446" y="354186"/>
                    </a:cubicBezTo>
                    <a:cubicBezTo>
                      <a:pt x="940772" y="354186"/>
                      <a:pt x="985154" y="354186"/>
                      <a:pt x="1028479" y="354186"/>
                    </a:cubicBezTo>
                    <a:cubicBezTo>
                      <a:pt x="1068634" y="354186"/>
                      <a:pt x="1108789" y="355456"/>
                      <a:pt x="1148945" y="356727"/>
                    </a:cubicBezTo>
                    <a:cubicBezTo>
                      <a:pt x="1166909" y="356727"/>
                      <a:pt x="1185930" y="357996"/>
                      <a:pt x="1203894" y="357996"/>
                    </a:cubicBezTo>
                    <a:cubicBezTo>
                      <a:pt x="1262013" y="356727"/>
                      <a:pt x="1319076" y="350377"/>
                      <a:pt x="1378210" y="350377"/>
                    </a:cubicBezTo>
                    <a:cubicBezTo>
                      <a:pt x="1382020" y="350377"/>
                      <a:pt x="1387100" y="347836"/>
                      <a:pt x="1390910" y="345296"/>
                    </a:cubicBezTo>
                    <a:cubicBezTo>
                      <a:pt x="1395990" y="341486"/>
                      <a:pt x="1398530" y="335136"/>
                      <a:pt x="1401070" y="332596"/>
                    </a:cubicBezTo>
                    <a:cubicBezTo>
                      <a:pt x="1402340" y="292272"/>
                      <a:pt x="1403610" y="284543"/>
                      <a:pt x="1404880" y="276813"/>
                    </a:cubicBezTo>
                    <a:cubicBezTo>
                      <a:pt x="1406150" y="264852"/>
                      <a:pt x="1416310" y="150018"/>
                      <a:pt x="1417580" y="138056"/>
                    </a:cubicBezTo>
                    <a:cubicBezTo>
                      <a:pt x="1417580" y="130879"/>
                      <a:pt x="1418850" y="123702"/>
                      <a:pt x="1420120" y="116525"/>
                    </a:cubicBezTo>
                    <a:cubicBezTo>
                      <a:pt x="1421390" y="108796"/>
                      <a:pt x="1422660" y="101067"/>
                      <a:pt x="1425200" y="93338"/>
                    </a:cubicBezTo>
                    <a:cubicBezTo>
                      <a:pt x="1426470" y="88737"/>
                      <a:pt x="1426470" y="83952"/>
                      <a:pt x="1431550" y="79352"/>
                    </a:cubicBezTo>
                    <a:cubicBezTo>
                      <a:pt x="1436630" y="73831"/>
                      <a:pt x="1439170" y="68494"/>
                      <a:pt x="1437900" y="44450"/>
                    </a:cubicBezTo>
                    <a:cubicBezTo>
                      <a:pt x="1437900" y="38100"/>
                      <a:pt x="1434090" y="30480"/>
                      <a:pt x="1427740" y="27940"/>
                    </a:cubicBezTo>
                    <a:close/>
                  </a:path>
                </a:pathLst>
              </a:custGeom>
              <a:solidFill>
                <a:srgbClr val="498463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-10738331">
              <a:off x="2426097" y="6199842"/>
              <a:ext cx="2645111" cy="660894"/>
              <a:chOff x="0" y="0"/>
              <a:chExt cx="1437900" cy="35926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-1270"/>
                <a:ext cx="1439170" cy="357996"/>
              </a:xfrm>
              <a:custGeom>
                <a:avLst/>
                <a:gdLst/>
                <a:ahLst/>
                <a:cxnLst/>
                <a:rect r="r" b="b" t="t" l="l"/>
                <a:pathLst>
                  <a:path h="357996" w="1439170">
                    <a:moveTo>
                      <a:pt x="1427740" y="27940"/>
                    </a:moveTo>
                    <a:cubicBezTo>
                      <a:pt x="1418850" y="24130"/>
                      <a:pt x="1409960" y="21590"/>
                      <a:pt x="1401070" y="21590"/>
                    </a:cubicBezTo>
                    <a:cubicBezTo>
                      <a:pt x="1374400" y="20320"/>
                      <a:pt x="1352891" y="20320"/>
                      <a:pt x="1330700" y="17780"/>
                    </a:cubicBezTo>
                    <a:cubicBezTo>
                      <a:pt x="1279977" y="12700"/>
                      <a:pt x="1230312" y="6350"/>
                      <a:pt x="1179589" y="3810"/>
                    </a:cubicBezTo>
                    <a:cubicBezTo>
                      <a:pt x="1138377" y="1270"/>
                      <a:pt x="1098222" y="3810"/>
                      <a:pt x="1057010" y="2540"/>
                    </a:cubicBezTo>
                    <a:cubicBezTo>
                      <a:pt x="1039046" y="2540"/>
                      <a:pt x="1021082" y="0"/>
                      <a:pt x="1003118" y="2540"/>
                    </a:cubicBezTo>
                    <a:cubicBezTo>
                      <a:pt x="959793" y="10160"/>
                      <a:pt x="916467" y="11430"/>
                      <a:pt x="872085" y="8890"/>
                    </a:cubicBezTo>
                    <a:cubicBezTo>
                      <a:pt x="849894" y="7620"/>
                      <a:pt x="827703" y="7620"/>
                      <a:pt x="805512" y="7620"/>
                    </a:cubicBezTo>
                    <a:cubicBezTo>
                      <a:pt x="765357" y="7620"/>
                      <a:pt x="725202" y="7620"/>
                      <a:pt x="685047" y="6350"/>
                    </a:cubicBezTo>
                    <a:cubicBezTo>
                      <a:pt x="642778" y="5080"/>
                      <a:pt x="226432" y="2540"/>
                      <a:pt x="185221" y="1270"/>
                    </a:cubicBezTo>
                    <a:cubicBezTo>
                      <a:pt x="151406" y="0"/>
                      <a:pt x="118647" y="1270"/>
                      <a:pt x="84833" y="1270"/>
                    </a:cubicBezTo>
                    <a:cubicBezTo>
                      <a:pt x="61585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73463"/>
                      <a:pt x="16510" y="83952"/>
                      <a:pt x="17780" y="94258"/>
                    </a:cubicBezTo>
                    <a:cubicBezTo>
                      <a:pt x="19050" y="104747"/>
                      <a:pt x="17780" y="115237"/>
                      <a:pt x="16510" y="125911"/>
                    </a:cubicBezTo>
                    <a:cubicBezTo>
                      <a:pt x="15240" y="136768"/>
                      <a:pt x="2540" y="250681"/>
                      <a:pt x="2540" y="261539"/>
                    </a:cubicBezTo>
                    <a:cubicBezTo>
                      <a:pt x="2540" y="272213"/>
                      <a:pt x="1270" y="282886"/>
                      <a:pt x="0" y="293560"/>
                    </a:cubicBezTo>
                    <a:cubicBezTo>
                      <a:pt x="0" y="303386"/>
                      <a:pt x="3810" y="313546"/>
                      <a:pt x="15240" y="318627"/>
                    </a:cubicBezTo>
                    <a:cubicBezTo>
                      <a:pt x="22860" y="322436"/>
                      <a:pt x="31750" y="324977"/>
                      <a:pt x="40640" y="326246"/>
                    </a:cubicBezTo>
                    <a:cubicBezTo>
                      <a:pt x="83776" y="331327"/>
                      <a:pt x="123931" y="335136"/>
                      <a:pt x="164086" y="340217"/>
                    </a:cubicBezTo>
                    <a:cubicBezTo>
                      <a:pt x="186277" y="342756"/>
                      <a:pt x="208468" y="347836"/>
                      <a:pt x="230659" y="349106"/>
                    </a:cubicBezTo>
                    <a:cubicBezTo>
                      <a:pt x="267644" y="351646"/>
                      <a:pt x="679763" y="352917"/>
                      <a:pt x="716748" y="354186"/>
                    </a:cubicBezTo>
                    <a:cubicBezTo>
                      <a:pt x="722032" y="354186"/>
                      <a:pt x="727315" y="354186"/>
                      <a:pt x="732599" y="354186"/>
                    </a:cubicBezTo>
                    <a:cubicBezTo>
                      <a:pt x="757960" y="354186"/>
                      <a:pt x="784378" y="352917"/>
                      <a:pt x="809739" y="352917"/>
                    </a:cubicBezTo>
                    <a:cubicBezTo>
                      <a:pt x="839327" y="352917"/>
                      <a:pt x="867858" y="354186"/>
                      <a:pt x="897446" y="354186"/>
                    </a:cubicBezTo>
                    <a:cubicBezTo>
                      <a:pt x="940772" y="354186"/>
                      <a:pt x="985154" y="354186"/>
                      <a:pt x="1028479" y="354186"/>
                    </a:cubicBezTo>
                    <a:cubicBezTo>
                      <a:pt x="1068634" y="354186"/>
                      <a:pt x="1108789" y="355456"/>
                      <a:pt x="1148945" y="356727"/>
                    </a:cubicBezTo>
                    <a:cubicBezTo>
                      <a:pt x="1166909" y="356727"/>
                      <a:pt x="1185930" y="357996"/>
                      <a:pt x="1203894" y="357996"/>
                    </a:cubicBezTo>
                    <a:cubicBezTo>
                      <a:pt x="1262013" y="356727"/>
                      <a:pt x="1319076" y="350377"/>
                      <a:pt x="1378210" y="350377"/>
                    </a:cubicBezTo>
                    <a:cubicBezTo>
                      <a:pt x="1382020" y="350377"/>
                      <a:pt x="1387100" y="347836"/>
                      <a:pt x="1390910" y="345296"/>
                    </a:cubicBezTo>
                    <a:cubicBezTo>
                      <a:pt x="1395990" y="341486"/>
                      <a:pt x="1398530" y="335136"/>
                      <a:pt x="1401070" y="332596"/>
                    </a:cubicBezTo>
                    <a:cubicBezTo>
                      <a:pt x="1402340" y="292272"/>
                      <a:pt x="1403610" y="284543"/>
                      <a:pt x="1404880" y="276813"/>
                    </a:cubicBezTo>
                    <a:cubicBezTo>
                      <a:pt x="1406150" y="264852"/>
                      <a:pt x="1416310" y="150018"/>
                      <a:pt x="1417580" y="138056"/>
                    </a:cubicBezTo>
                    <a:cubicBezTo>
                      <a:pt x="1417580" y="130879"/>
                      <a:pt x="1418850" y="123702"/>
                      <a:pt x="1420120" y="116525"/>
                    </a:cubicBezTo>
                    <a:cubicBezTo>
                      <a:pt x="1421390" y="108796"/>
                      <a:pt x="1422660" y="101067"/>
                      <a:pt x="1425200" y="93338"/>
                    </a:cubicBezTo>
                    <a:cubicBezTo>
                      <a:pt x="1426470" y="88737"/>
                      <a:pt x="1426470" y="83952"/>
                      <a:pt x="1431550" y="79352"/>
                    </a:cubicBezTo>
                    <a:cubicBezTo>
                      <a:pt x="1436630" y="73831"/>
                      <a:pt x="1439170" y="68494"/>
                      <a:pt x="1437900" y="44450"/>
                    </a:cubicBezTo>
                    <a:cubicBezTo>
                      <a:pt x="1437900" y="38100"/>
                      <a:pt x="1434090" y="30480"/>
                      <a:pt x="1427740" y="27940"/>
                    </a:cubicBezTo>
                    <a:close/>
                  </a:path>
                </a:pathLst>
              </a:custGeom>
              <a:solidFill>
                <a:srgbClr val="498463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1585866" y="4845622"/>
              <a:ext cx="4325573" cy="697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400" i="true">
                  <a:solidFill>
                    <a:srgbClr val="1B3B3A"/>
                  </a:solidFill>
                  <a:latin typeface="Asap Italics"/>
                  <a:ea typeface="Asap Italics"/>
                  <a:cs typeface="Asap Italics"/>
                  <a:sym typeface="Asap Italics"/>
                </a:rPr>
                <a:t>Vui lòng xóa ghi chú sau khi chỉnh sửa trang này. Xin cảm ơn!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938774" y="1466344"/>
              <a:ext cx="747914" cy="799374"/>
            </a:xfrm>
            <a:custGeom>
              <a:avLst/>
              <a:gdLst/>
              <a:ahLst/>
              <a:cxnLst/>
              <a:rect r="r" b="b" t="t" l="l"/>
              <a:pathLst>
                <a:path h="799374" w="747914">
                  <a:moveTo>
                    <a:pt x="0" y="0"/>
                  </a:moveTo>
                  <a:lnTo>
                    <a:pt x="747914" y="0"/>
                  </a:lnTo>
                  <a:lnTo>
                    <a:pt x="747914" y="799374"/>
                  </a:lnTo>
                  <a:lnTo>
                    <a:pt x="0" y="799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2700000">
              <a:off x="903310" y="2972884"/>
              <a:ext cx="818843" cy="818843"/>
            </a:xfrm>
            <a:custGeom>
              <a:avLst/>
              <a:gdLst/>
              <a:ahLst/>
              <a:cxnLst/>
              <a:rect r="r" b="b" t="t" l="l"/>
              <a:pathLst>
                <a:path h="818843" w="818843">
                  <a:moveTo>
                    <a:pt x="0" y="0"/>
                  </a:moveTo>
                  <a:lnTo>
                    <a:pt x="818842" y="0"/>
                  </a:lnTo>
                  <a:lnTo>
                    <a:pt x="818842" y="818843"/>
                  </a:lnTo>
                  <a:lnTo>
                    <a:pt x="0" y="818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182100" y="1259323"/>
              <a:ext cx="4581483" cy="3186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400">
                  <a:solidFill>
                    <a:srgbClr val="1B3B3A"/>
                  </a:solidFill>
                  <a:latin typeface="Asap"/>
                  <a:ea typeface="Asap"/>
                  <a:cs typeface="Asap"/>
                  <a:sym typeface="Asap"/>
                </a:rPr>
                <a:t>Mẹo: Sử dụng liên kết để chuyển đến một trang khác trong bài thuyết trình của bạn. Các liên kết sẽ phù hợp nhất cho những trang như thế này!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400">
                  <a:solidFill>
                    <a:srgbClr val="1B3B3A"/>
                  </a:solidFill>
                  <a:latin typeface="Asap"/>
                  <a:ea typeface="Asap"/>
                  <a:cs typeface="Asap"/>
                  <a:sym typeface="Asap"/>
                </a:rPr>
                <a:t>Cách thực hiện: Đánh dấu văn bản, nhấp vào biểu tượng liên kết trên thanh công cụ và chọn trang trong bài thuyết trình mà bạn muốn kết nối.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0">
            <a:off x="12883883" y="7732420"/>
            <a:ext cx="5746498" cy="5109159"/>
          </a:xfrm>
          <a:custGeom>
            <a:avLst/>
            <a:gdLst/>
            <a:ahLst/>
            <a:cxnLst/>
            <a:rect r="r" b="b" t="t" l="l"/>
            <a:pathLst>
              <a:path h="5109159" w="5746498">
                <a:moveTo>
                  <a:pt x="5746498" y="0"/>
                </a:moveTo>
                <a:lnTo>
                  <a:pt x="0" y="0"/>
                </a:lnTo>
                <a:lnTo>
                  <a:pt x="0" y="5109160"/>
                </a:lnTo>
                <a:lnTo>
                  <a:pt x="5746498" y="5109160"/>
                </a:lnTo>
                <a:lnTo>
                  <a:pt x="574649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449592">
            <a:off x="-263356" y="7592389"/>
            <a:ext cx="6920917" cy="4114800"/>
          </a:xfrm>
          <a:custGeom>
            <a:avLst/>
            <a:gdLst/>
            <a:ahLst/>
            <a:cxnLst/>
            <a:rect r="r" b="b" t="t" l="l"/>
            <a:pathLst>
              <a:path h="4114800" w="6920917">
                <a:moveTo>
                  <a:pt x="0" y="0"/>
                </a:moveTo>
                <a:lnTo>
                  <a:pt x="6920918" y="0"/>
                </a:lnTo>
                <a:lnTo>
                  <a:pt x="69209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42315" y="1869088"/>
            <a:ext cx="5035430" cy="53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b="true" sz="4025" spc="-44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Hôm nay chúng ta sẽ: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48959" y="3918252"/>
            <a:ext cx="7095041" cy="268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8" indent="-323854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Định nghĩa môi trường sống là gì.</a:t>
            </a:r>
          </a:p>
          <a:p>
            <a:pPr algn="l" marL="647708" indent="-323854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Thảo luận về các ví dụ về môi trường sống và nguy cơ của chúng.</a:t>
            </a:r>
          </a:p>
          <a:p>
            <a:pPr algn="l" marL="647708" indent="-323854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Suy ngẫm về những cách cụ thể để    bảo tồn môi trường sống.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780">
            <a:off x="1624295" y="2074981"/>
            <a:ext cx="15038803" cy="7161940"/>
            <a:chOff x="0" y="0"/>
            <a:chExt cx="9157652" cy="4361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9158922" cy="4359885"/>
            </a:xfrm>
            <a:custGeom>
              <a:avLst/>
              <a:gdLst/>
              <a:ahLst/>
              <a:cxnLst/>
              <a:rect r="r" b="b" t="t" l="l"/>
              <a:pathLst>
                <a:path h="4359885" w="9158922">
                  <a:moveTo>
                    <a:pt x="9147491" y="27940"/>
                  </a:moveTo>
                  <a:cubicBezTo>
                    <a:pt x="9138602" y="24130"/>
                    <a:pt x="9129712" y="21590"/>
                    <a:pt x="9120822" y="21590"/>
                  </a:cubicBezTo>
                  <a:cubicBezTo>
                    <a:pt x="9094152" y="20320"/>
                    <a:pt x="8959373" y="20320"/>
                    <a:pt x="8806787" y="17780"/>
                  </a:cubicBezTo>
                  <a:cubicBezTo>
                    <a:pt x="8458021" y="12700"/>
                    <a:pt x="8116521" y="6350"/>
                    <a:pt x="7767755" y="3810"/>
                  </a:cubicBezTo>
                  <a:cubicBezTo>
                    <a:pt x="7484382" y="1270"/>
                    <a:pt x="7208276" y="3810"/>
                    <a:pt x="6924903" y="2540"/>
                  </a:cubicBezTo>
                  <a:cubicBezTo>
                    <a:pt x="6801382" y="2540"/>
                    <a:pt x="6677861" y="0"/>
                    <a:pt x="6554339" y="2540"/>
                  </a:cubicBezTo>
                  <a:cubicBezTo>
                    <a:pt x="6256434" y="10160"/>
                    <a:pt x="5958530" y="11430"/>
                    <a:pt x="5653360" y="8890"/>
                  </a:cubicBezTo>
                  <a:cubicBezTo>
                    <a:pt x="5500774" y="7620"/>
                    <a:pt x="5348189" y="7620"/>
                    <a:pt x="5195604" y="7620"/>
                  </a:cubicBezTo>
                  <a:cubicBezTo>
                    <a:pt x="4919497" y="7620"/>
                    <a:pt x="4643391" y="7620"/>
                    <a:pt x="4367285" y="6350"/>
                  </a:cubicBezTo>
                  <a:cubicBezTo>
                    <a:pt x="4076646" y="5080"/>
                    <a:pt x="1213857" y="2540"/>
                    <a:pt x="930485" y="1270"/>
                  </a:cubicBezTo>
                  <a:cubicBezTo>
                    <a:pt x="697974" y="0"/>
                    <a:pt x="472729" y="1270"/>
                    <a:pt x="240219" y="1270"/>
                  </a:cubicBezTo>
                  <a:cubicBezTo>
                    <a:pt x="80367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232952" y="4333215"/>
                    <a:pt x="509059" y="4337025"/>
                    <a:pt x="785165" y="4342105"/>
                  </a:cubicBezTo>
                  <a:cubicBezTo>
                    <a:pt x="937750" y="4344645"/>
                    <a:pt x="1090336" y="4349725"/>
                    <a:pt x="1242921" y="4350995"/>
                  </a:cubicBezTo>
                  <a:cubicBezTo>
                    <a:pt x="1497229" y="4353535"/>
                    <a:pt x="4330955" y="4354805"/>
                    <a:pt x="4585263" y="4356075"/>
                  </a:cubicBezTo>
                  <a:cubicBezTo>
                    <a:pt x="4621593" y="4356075"/>
                    <a:pt x="4657923" y="4356075"/>
                    <a:pt x="4694253" y="4356075"/>
                  </a:cubicBezTo>
                  <a:cubicBezTo>
                    <a:pt x="4868636" y="4356075"/>
                    <a:pt x="5050285" y="4354805"/>
                    <a:pt x="5224668" y="4354805"/>
                  </a:cubicBezTo>
                  <a:cubicBezTo>
                    <a:pt x="5428115" y="4354805"/>
                    <a:pt x="5624295" y="4356075"/>
                    <a:pt x="5827742" y="4356075"/>
                  </a:cubicBezTo>
                  <a:cubicBezTo>
                    <a:pt x="6125647" y="4356075"/>
                    <a:pt x="6430818" y="4356075"/>
                    <a:pt x="6728722" y="4356075"/>
                  </a:cubicBezTo>
                  <a:cubicBezTo>
                    <a:pt x="7004828" y="4356075"/>
                    <a:pt x="7280935" y="4357345"/>
                    <a:pt x="7557042" y="4358615"/>
                  </a:cubicBezTo>
                  <a:cubicBezTo>
                    <a:pt x="7680563" y="4358615"/>
                    <a:pt x="7811350" y="4359885"/>
                    <a:pt x="7934871" y="4359885"/>
                  </a:cubicBezTo>
                  <a:cubicBezTo>
                    <a:pt x="8334499" y="4358615"/>
                    <a:pt x="8726861" y="4352265"/>
                    <a:pt x="9097962" y="4352265"/>
                  </a:cubicBezTo>
                  <a:cubicBezTo>
                    <a:pt x="9101772" y="4352265"/>
                    <a:pt x="9106852" y="4349725"/>
                    <a:pt x="9110662" y="4347185"/>
                  </a:cubicBezTo>
                  <a:cubicBezTo>
                    <a:pt x="9115741" y="4343375"/>
                    <a:pt x="9118281" y="4337025"/>
                    <a:pt x="9120822" y="4334485"/>
                  </a:cubicBezTo>
                  <a:cubicBezTo>
                    <a:pt x="9122091" y="4251818"/>
                    <a:pt x="9123362" y="4108898"/>
                    <a:pt x="9124631" y="3965977"/>
                  </a:cubicBezTo>
                  <a:cubicBezTo>
                    <a:pt x="9125902" y="3744790"/>
                    <a:pt x="9136062" y="1621395"/>
                    <a:pt x="9137331" y="1400208"/>
                  </a:cubicBezTo>
                  <a:cubicBezTo>
                    <a:pt x="9137331" y="1267496"/>
                    <a:pt x="9138602" y="1134784"/>
                    <a:pt x="9139872" y="1002071"/>
                  </a:cubicBezTo>
                  <a:cubicBezTo>
                    <a:pt x="9141141" y="859151"/>
                    <a:pt x="9142412" y="716230"/>
                    <a:pt x="9144952" y="573309"/>
                  </a:cubicBezTo>
                  <a:cubicBezTo>
                    <a:pt x="9146222" y="488237"/>
                    <a:pt x="9146222" y="399762"/>
                    <a:pt x="9151302" y="314690"/>
                  </a:cubicBezTo>
                  <a:cubicBezTo>
                    <a:pt x="9156381" y="212604"/>
                    <a:pt x="9158922" y="113921"/>
                    <a:pt x="9157652" y="44450"/>
                  </a:cubicBezTo>
                  <a:cubicBezTo>
                    <a:pt x="9157652" y="38100"/>
                    <a:pt x="9153841" y="30480"/>
                    <a:pt x="914749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94788" y="1242126"/>
            <a:ext cx="8897817" cy="1356209"/>
            <a:chOff x="0" y="0"/>
            <a:chExt cx="3124643" cy="4762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3125912" cy="474989"/>
            </a:xfrm>
            <a:custGeom>
              <a:avLst/>
              <a:gdLst/>
              <a:ahLst/>
              <a:cxnLst/>
              <a:rect r="r" b="b" t="t" l="l"/>
              <a:pathLst>
                <a:path h="474989" w="3125912">
                  <a:moveTo>
                    <a:pt x="3114483" y="27940"/>
                  </a:moveTo>
                  <a:cubicBezTo>
                    <a:pt x="3105593" y="24130"/>
                    <a:pt x="3096703" y="21590"/>
                    <a:pt x="3087812" y="21590"/>
                  </a:cubicBezTo>
                  <a:cubicBezTo>
                    <a:pt x="3061143" y="20320"/>
                    <a:pt x="3014884" y="20320"/>
                    <a:pt x="2964203" y="17780"/>
                  </a:cubicBezTo>
                  <a:cubicBezTo>
                    <a:pt x="2848359" y="12700"/>
                    <a:pt x="2734928" y="6350"/>
                    <a:pt x="2619084" y="3810"/>
                  </a:cubicBezTo>
                  <a:cubicBezTo>
                    <a:pt x="2524961" y="1270"/>
                    <a:pt x="2433251" y="3810"/>
                    <a:pt x="2339128" y="2540"/>
                  </a:cubicBezTo>
                  <a:cubicBezTo>
                    <a:pt x="2298099" y="2540"/>
                    <a:pt x="2257071" y="0"/>
                    <a:pt x="2216043" y="2540"/>
                  </a:cubicBezTo>
                  <a:cubicBezTo>
                    <a:pt x="2117093" y="10160"/>
                    <a:pt x="2018143" y="11430"/>
                    <a:pt x="1916780" y="8890"/>
                  </a:cubicBezTo>
                  <a:cubicBezTo>
                    <a:pt x="1866098" y="7620"/>
                    <a:pt x="1815416" y="7620"/>
                    <a:pt x="1764734" y="7620"/>
                  </a:cubicBezTo>
                  <a:cubicBezTo>
                    <a:pt x="1673024" y="7620"/>
                    <a:pt x="1581315" y="7620"/>
                    <a:pt x="1489605" y="6350"/>
                  </a:cubicBezTo>
                  <a:cubicBezTo>
                    <a:pt x="1393068" y="5080"/>
                    <a:pt x="442182" y="2540"/>
                    <a:pt x="348059" y="1270"/>
                  </a:cubicBezTo>
                  <a:cubicBezTo>
                    <a:pt x="270829" y="0"/>
                    <a:pt x="196013" y="1270"/>
                    <a:pt x="118784" y="1270"/>
                  </a:cubicBezTo>
                  <a:cubicBezTo>
                    <a:pt x="65689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7331"/>
                    <a:pt x="16510" y="93185"/>
                    <a:pt x="17780" y="108760"/>
                  </a:cubicBezTo>
                  <a:cubicBezTo>
                    <a:pt x="19050" y="124613"/>
                    <a:pt x="17780" y="140467"/>
                    <a:pt x="16510" y="156598"/>
                  </a:cubicBezTo>
                  <a:cubicBezTo>
                    <a:pt x="15240" y="173008"/>
                    <a:pt x="2540" y="345170"/>
                    <a:pt x="2540" y="361579"/>
                  </a:cubicBezTo>
                  <a:cubicBezTo>
                    <a:pt x="2540" y="377711"/>
                    <a:pt x="1270" y="393842"/>
                    <a:pt x="0" y="409974"/>
                  </a:cubicBezTo>
                  <a:cubicBezTo>
                    <a:pt x="0" y="420379"/>
                    <a:pt x="3810" y="430539"/>
                    <a:pt x="15240" y="435619"/>
                  </a:cubicBezTo>
                  <a:cubicBezTo>
                    <a:pt x="22860" y="439429"/>
                    <a:pt x="31750" y="441969"/>
                    <a:pt x="40640" y="443239"/>
                  </a:cubicBezTo>
                  <a:cubicBezTo>
                    <a:pt x="116370" y="448319"/>
                    <a:pt x="208080" y="452129"/>
                    <a:pt x="299790" y="457209"/>
                  </a:cubicBezTo>
                  <a:cubicBezTo>
                    <a:pt x="350472" y="459749"/>
                    <a:pt x="401154" y="464829"/>
                    <a:pt x="451835" y="466099"/>
                  </a:cubicBezTo>
                  <a:cubicBezTo>
                    <a:pt x="536305" y="468639"/>
                    <a:pt x="1477538" y="469909"/>
                    <a:pt x="1562007" y="471179"/>
                  </a:cubicBezTo>
                  <a:cubicBezTo>
                    <a:pt x="1574074" y="471179"/>
                    <a:pt x="1586141" y="471179"/>
                    <a:pt x="1598208" y="471179"/>
                  </a:cubicBezTo>
                  <a:cubicBezTo>
                    <a:pt x="1656131" y="471179"/>
                    <a:pt x="1716466" y="469909"/>
                    <a:pt x="1774388" y="469909"/>
                  </a:cubicBezTo>
                  <a:cubicBezTo>
                    <a:pt x="1841964" y="469909"/>
                    <a:pt x="1907126" y="471179"/>
                    <a:pt x="1974701" y="471179"/>
                  </a:cubicBezTo>
                  <a:cubicBezTo>
                    <a:pt x="2073652" y="471179"/>
                    <a:pt x="2175015" y="471179"/>
                    <a:pt x="2273965" y="471179"/>
                  </a:cubicBezTo>
                  <a:cubicBezTo>
                    <a:pt x="2365675" y="471179"/>
                    <a:pt x="2457385" y="472449"/>
                    <a:pt x="2549095" y="473719"/>
                  </a:cubicBezTo>
                  <a:cubicBezTo>
                    <a:pt x="2590123" y="473719"/>
                    <a:pt x="2633564" y="474989"/>
                    <a:pt x="2674592" y="474989"/>
                  </a:cubicBezTo>
                  <a:cubicBezTo>
                    <a:pt x="2807330" y="473719"/>
                    <a:pt x="2937655" y="467369"/>
                    <a:pt x="3064952" y="467369"/>
                  </a:cubicBezTo>
                  <a:cubicBezTo>
                    <a:pt x="3068762" y="467369"/>
                    <a:pt x="3073843" y="464829"/>
                    <a:pt x="3077652" y="462289"/>
                  </a:cubicBezTo>
                  <a:cubicBezTo>
                    <a:pt x="3082733" y="458479"/>
                    <a:pt x="3085273" y="452129"/>
                    <a:pt x="3087812" y="449589"/>
                  </a:cubicBezTo>
                  <a:cubicBezTo>
                    <a:pt x="3089083" y="408027"/>
                    <a:pt x="3090352" y="396345"/>
                    <a:pt x="3091623" y="384664"/>
                  </a:cubicBezTo>
                  <a:cubicBezTo>
                    <a:pt x="3092893" y="366585"/>
                    <a:pt x="3103052" y="193033"/>
                    <a:pt x="3104323" y="174955"/>
                  </a:cubicBezTo>
                  <a:cubicBezTo>
                    <a:pt x="3104323" y="164108"/>
                    <a:pt x="3105593" y="153261"/>
                    <a:pt x="3106862" y="142414"/>
                  </a:cubicBezTo>
                  <a:cubicBezTo>
                    <a:pt x="3108133" y="130732"/>
                    <a:pt x="3109402" y="119051"/>
                    <a:pt x="3111943" y="107369"/>
                  </a:cubicBezTo>
                  <a:cubicBezTo>
                    <a:pt x="3113212" y="100416"/>
                    <a:pt x="3113212" y="93185"/>
                    <a:pt x="3118293" y="86232"/>
                  </a:cubicBezTo>
                  <a:cubicBezTo>
                    <a:pt x="3123373" y="77888"/>
                    <a:pt x="3125912" y="69822"/>
                    <a:pt x="3124643" y="44450"/>
                  </a:cubicBezTo>
                  <a:cubicBezTo>
                    <a:pt x="3124643" y="38100"/>
                    <a:pt x="3120833" y="30480"/>
                    <a:pt x="3114483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223382" y="1625079"/>
            <a:ext cx="7840628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b="true" sz="5000" spc="-55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Môi trường sống là gì?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028700" y="1028700"/>
            <a:ext cx="3506651" cy="2696933"/>
          </a:xfrm>
          <a:custGeom>
            <a:avLst/>
            <a:gdLst/>
            <a:ahLst/>
            <a:cxnLst/>
            <a:rect r="r" b="b" t="t" l="l"/>
            <a:pathLst>
              <a:path h="2696933" w="3506651">
                <a:moveTo>
                  <a:pt x="3506651" y="0"/>
                </a:moveTo>
                <a:lnTo>
                  <a:pt x="0" y="0"/>
                </a:lnTo>
                <a:lnTo>
                  <a:pt x="0" y="2696933"/>
                </a:lnTo>
                <a:lnTo>
                  <a:pt x="3506651" y="2696933"/>
                </a:lnTo>
                <a:lnTo>
                  <a:pt x="35066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38438" y="6726962"/>
            <a:ext cx="2420862" cy="3046852"/>
          </a:xfrm>
          <a:custGeom>
            <a:avLst/>
            <a:gdLst/>
            <a:ahLst/>
            <a:cxnLst/>
            <a:rect r="r" b="b" t="t" l="l"/>
            <a:pathLst>
              <a:path h="3046852" w="2420862">
                <a:moveTo>
                  <a:pt x="0" y="0"/>
                </a:moveTo>
                <a:lnTo>
                  <a:pt x="2420862" y="0"/>
                </a:lnTo>
                <a:lnTo>
                  <a:pt x="2420862" y="3046852"/>
                </a:lnTo>
                <a:lnTo>
                  <a:pt x="0" y="3046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53516" y="2889957"/>
            <a:ext cx="1038036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Đó là ngôi nhà hoặc môi trường tự nhiên của một sinh vật.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94795" y="7699526"/>
            <a:ext cx="4296512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Đối với động vật, môi trường sống cung cấp cho chúng nguồn thức ăn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ổn định và khả năng sinh sản.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0810" y="7699526"/>
            <a:ext cx="5047064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Đối với thực vật, môi trường sống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mang đến một nơi thuận lợi cho chúng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phát triển, lấy đủ không khí, nước và đất.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24448">
            <a:off x="4211145" y="3683467"/>
            <a:ext cx="3663810" cy="3717389"/>
            <a:chOff x="0" y="0"/>
            <a:chExt cx="2952750" cy="2995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6"/>
              <a:stretch>
                <a:fillRect l="-26079" t="0" r="-26079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24448">
            <a:off x="10412437" y="3683467"/>
            <a:ext cx="3663810" cy="3717389"/>
            <a:chOff x="0" y="0"/>
            <a:chExt cx="2952750" cy="29959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7"/>
              <a:stretch>
                <a:fillRect l="-26007" t="0" r="-26007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780">
            <a:off x="1624295" y="2074981"/>
            <a:ext cx="15038803" cy="7161940"/>
            <a:chOff x="0" y="0"/>
            <a:chExt cx="9157652" cy="4361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9158922" cy="4359885"/>
            </a:xfrm>
            <a:custGeom>
              <a:avLst/>
              <a:gdLst/>
              <a:ahLst/>
              <a:cxnLst/>
              <a:rect r="r" b="b" t="t" l="l"/>
              <a:pathLst>
                <a:path h="4359885" w="9158922">
                  <a:moveTo>
                    <a:pt x="9147491" y="27940"/>
                  </a:moveTo>
                  <a:cubicBezTo>
                    <a:pt x="9138602" y="24130"/>
                    <a:pt x="9129712" y="21590"/>
                    <a:pt x="9120822" y="21590"/>
                  </a:cubicBezTo>
                  <a:cubicBezTo>
                    <a:pt x="9094152" y="20320"/>
                    <a:pt x="8959373" y="20320"/>
                    <a:pt x="8806787" y="17780"/>
                  </a:cubicBezTo>
                  <a:cubicBezTo>
                    <a:pt x="8458021" y="12700"/>
                    <a:pt x="8116521" y="6350"/>
                    <a:pt x="7767755" y="3810"/>
                  </a:cubicBezTo>
                  <a:cubicBezTo>
                    <a:pt x="7484382" y="1270"/>
                    <a:pt x="7208276" y="3810"/>
                    <a:pt x="6924903" y="2540"/>
                  </a:cubicBezTo>
                  <a:cubicBezTo>
                    <a:pt x="6801382" y="2540"/>
                    <a:pt x="6677861" y="0"/>
                    <a:pt x="6554339" y="2540"/>
                  </a:cubicBezTo>
                  <a:cubicBezTo>
                    <a:pt x="6256434" y="10160"/>
                    <a:pt x="5958530" y="11430"/>
                    <a:pt x="5653360" y="8890"/>
                  </a:cubicBezTo>
                  <a:cubicBezTo>
                    <a:pt x="5500774" y="7620"/>
                    <a:pt x="5348189" y="7620"/>
                    <a:pt x="5195604" y="7620"/>
                  </a:cubicBezTo>
                  <a:cubicBezTo>
                    <a:pt x="4919497" y="7620"/>
                    <a:pt x="4643391" y="7620"/>
                    <a:pt x="4367285" y="6350"/>
                  </a:cubicBezTo>
                  <a:cubicBezTo>
                    <a:pt x="4076646" y="5080"/>
                    <a:pt x="1213857" y="2540"/>
                    <a:pt x="930485" y="1270"/>
                  </a:cubicBezTo>
                  <a:cubicBezTo>
                    <a:pt x="697974" y="0"/>
                    <a:pt x="472729" y="1270"/>
                    <a:pt x="240219" y="1270"/>
                  </a:cubicBezTo>
                  <a:cubicBezTo>
                    <a:pt x="80367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232952" y="4333215"/>
                    <a:pt x="509059" y="4337025"/>
                    <a:pt x="785165" y="4342105"/>
                  </a:cubicBezTo>
                  <a:cubicBezTo>
                    <a:pt x="937750" y="4344645"/>
                    <a:pt x="1090336" y="4349725"/>
                    <a:pt x="1242921" y="4350995"/>
                  </a:cubicBezTo>
                  <a:cubicBezTo>
                    <a:pt x="1497229" y="4353535"/>
                    <a:pt x="4330955" y="4354805"/>
                    <a:pt x="4585263" y="4356075"/>
                  </a:cubicBezTo>
                  <a:cubicBezTo>
                    <a:pt x="4621593" y="4356075"/>
                    <a:pt x="4657923" y="4356075"/>
                    <a:pt x="4694253" y="4356075"/>
                  </a:cubicBezTo>
                  <a:cubicBezTo>
                    <a:pt x="4868636" y="4356075"/>
                    <a:pt x="5050285" y="4354805"/>
                    <a:pt x="5224668" y="4354805"/>
                  </a:cubicBezTo>
                  <a:cubicBezTo>
                    <a:pt x="5428115" y="4354805"/>
                    <a:pt x="5624295" y="4356075"/>
                    <a:pt x="5827742" y="4356075"/>
                  </a:cubicBezTo>
                  <a:cubicBezTo>
                    <a:pt x="6125647" y="4356075"/>
                    <a:pt x="6430818" y="4356075"/>
                    <a:pt x="6728722" y="4356075"/>
                  </a:cubicBezTo>
                  <a:cubicBezTo>
                    <a:pt x="7004828" y="4356075"/>
                    <a:pt x="7280935" y="4357345"/>
                    <a:pt x="7557042" y="4358615"/>
                  </a:cubicBezTo>
                  <a:cubicBezTo>
                    <a:pt x="7680563" y="4358615"/>
                    <a:pt x="7811350" y="4359885"/>
                    <a:pt x="7934871" y="4359885"/>
                  </a:cubicBezTo>
                  <a:cubicBezTo>
                    <a:pt x="8334499" y="4358615"/>
                    <a:pt x="8726861" y="4352265"/>
                    <a:pt x="9097962" y="4352265"/>
                  </a:cubicBezTo>
                  <a:cubicBezTo>
                    <a:pt x="9101772" y="4352265"/>
                    <a:pt x="9106852" y="4349725"/>
                    <a:pt x="9110662" y="4347185"/>
                  </a:cubicBezTo>
                  <a:cubicBezTo>
                    <a:pt x="9115741" y="4343375"/>
                    <a:pt x="9118281" y="4337025"/>
                    <a:pt x="9120822" y="4334485"/>
                  </a:cubicBezTo>
                  <a:cubicBezTo>
                    <a:pt x="9122091" y="4251818"/>
                    <a:pt x="9123362" y="4108898"/>
                    <a:pt x="9124631" y="3965977"/>
                  </a:cubicBezTo>
                  <a:cubicBezTo>
                    <a:pt x="9125902" y="3744790"/>
                    <a:pt x="9136062" y="1621395"/>
                    <a:pt x="9137331" y="1400208"/>
                  </a:cubicBezTo>
                  <a:cubicBezTo>
                    <a:pt x="9137331" y="1267496"/>
                    <a:pt x="9138602" y="1134784"/>
                    <a:pt x="9139872" y="1002071"/>
                  </a:cubicBezTo>
                  <a:cubicBezTo>
                    <a:pt x="9141141" y="859151"/>
                    <a:pt x="9142412" y="716230"/>
                    <a:pt x="9144952" y="573309"/>
                  </a:cubicBezTo>
                  <a:cubicBezTo>
                    <a:pt x="9146222" y="488237"/>
                    <a:pt x="9146222" y="399762"/>
                    <a:pt x="9151302" y="314690"/>
                  </a:cubicBezTo>
                  <a:cubicBezTo>
                    <a:pt x="9156381" y="212604"/>
                    <a:pt x="9158922" y="113921"/>
                    <a:pt x="9157652" y="44450"/>
                  </a:cubicBezTo>
                  <a:cubicBezTo>
                    <a:pt x="9157652" y="38100"/>
                    <a:pt x="9153841" y="30480"/>
                    <a:pt x="914749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178405">
            <a:off x="10734045" y="3417192"/>
            <a:ext cx="5288993" cy="4856623"/>
            <a:chOff x="0" y="0"/>
            <a:chExt cx="7051990" cy="6475497"/>
          </a:xfrm>
        </p:grpSpPr>
        <p:grpSp>
          <p:nvGrpSpPr>
            <p:cNvPr name="Group 5" id="5"/>
            <p:cNvGrpSpPr/>
            <p:nvPr/>
          </p:nvGrpSpPr>
          <p:grpSpPr>
            <a:xfrm rot="9780">
              <a:off x="8221" y="343081"/>
              <a:ext cx="7035548" cy="5789336"/>
              <a:chOff x="0" y="0"/>
              <a:chExt cx="4507382" cy="370898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-1270"/>
                <a:ext cx="4508652" cy="3707716"/>
              </a:xfrm>
              <a:custGeom>
                <a:avLst/>
                <a:gdLst/>
                <a:ahLst/>
                <a:cxnLst/>
                <a:rect r="r" b="b" t="t" l="l"/>
                <a:pathLst>
                  <a:path h="3707716" w="4508652">
                    <a:moveTo>
                      <a:pt x="4497222" y="27940"/>
                    </a:moveTo>
                    <a:cubicBezTo>
                      <a:pt x="4488332" y="24130"/>
                      <a:pt x="4479442" y="21590"/>
                      <a:pt x="4470552" y="21590"/>
                    </a:cubicBezTo>
                    <a:cubicBezTo>
                      <a:pt x="4443882" y="20320"/>
                      <a:pt x="4377335" y="20320"/>
                      <a:pt x="4303297" y="17780"/>
                    </a:cubicBezTo>
                    <a:cubicBezTo>
                      <a:pt x="4134069" y="12700"/>
                      <a:pt x="3968366" y="6350"/>
                      <a:pt x="3799137" y="3810"/>
                    </a:cubicBezTo>
                    <a:cubicBezTo>
                      <a:pt x="3661639" y="1270"/>
                      <a:pt x="3527666" y="3810"/>
                      <a:pt x="3390167" y="2540"/>
                    </a:cubicBezTo>
                    <a:cubicBezTo>
                      <a:pt x="3330232" y="2540"/>
                      <a:pt x="3270297" y="0"/>
                      <a:pt x="3210362" y="2540"/>
                    </a:cubicBezTo>
                    <a:cubicBezTo>
                      <a:pt x="3065812" y="10160"/>
                      <a:pt x="2921263" y="11430"/>
                      <a:pt x="2773188" y="8890"/>
                    </a:cubicBezTo>
                    <a:cubicBezTo>
                      <a:pt x="2699150" y="7620"/>
                      <a:pt x="2625112" y="7620"/>
                      <a:pt x="2551075" y="7620"/>
                    </a:cubicBezTo>
                    <a:cubicBezTo>
                      <a:pt x="2417102" y="7620"/>
                      <a:pt x="2283129" y="7620"/>
                      <a:pt x="2149156" y="6350"/>
                    </a:cubicBezTo>
                    <a:cubicBezTo>
                      <a:pt x="2008132" y="5080"/>
                      <a:pt x="619046" y="2540"/>
                      <a:pt x="481548" y="1270"/>
                    </a:cubicBezTo>
                    <a:cubicBezTo>
                      <a:pt x="368729" y="0"/>
                      <a:pt x="259435" y="1270"/>
                      <a:pt x="146616" y="1270"/>
                    </a:cubicBezTo>
                    <a:cubicBezTo>
                      <a:pt x="69053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184232"/>
                      <a:pt x="16510" y="348296"/>
                      <a:pt x="17780" y="509482"/>
                    </a:cubicBezTo>
                    <a:cubicBezTo>
                      <a:pt x="19050" y="673546"/>
                      <a:pt x="17780" y="837610"/>
                      <a:pt x="16510" y="1004552"/>
                    </a:cubicBezTo>
                    <a:cubicBezTo>
                      <a:pt x="15240" y="1174373"/>
                      <a:pt x="2540" y="2956050"/>
                      <a:pt x="2540" y="3125871"/>
                    </a:cubicBezTo>
                    <a:cubicBezTo>
                      <a:pt x="2540" y="3292813"/>
                      <a:pt x="1270" y="3459755"/>
                      <a:pt x="0" y="3626698"/>
                    </a:cubicBezTo>
                    <a:cubicBezTo>
                      <a:pt x="0" y="3653106"/>
                      <a:pt x="3810" y="3663266"/>
                      <a:pt x="15240" y="3668346"/>
                    </a:cubicBezTo>
                    <a:cubicBezTo>
                      <a:pt x="22860" y="3672156"/>
                      <a:pt x="31750" y="3674696"/>
                      <a:pt x="40640" y="3675966"/>
                    </a:cubicBezTo>
                    <a:cubicBezTo>
                      <a:pt x="143090" y="3681046"/>
                      <a:pt x="277063" y="3684856"/>
                      <a:pt x="411036" y="3689936"/>
                    </a:cubicBezTo>
                    <a:cubicBezTo>
                      <a:pt x="485074" y="3692476"/>
                      <a:pt x="559111" y="3697556"/>
                      <a:pt x="633149" y="3698826"/>
                    </a:cubicBezTo>
                    <a:cubicBezTo>
                      <a:pt x="756545" y="3701366"/>
                      <a:pt x="2131528" y="3702636"/>
                      <a:pt x="2254924" y="3703906"/>
                    </a:cubicBezTo>
                    <a:cubicBezTo>
                      <a:pt x="2272552" y="3703906"/>
                      <a:pt x="2290180" y="3703906"/>
                      <a:pt x="2307808" y="3703906"/>
                    </a:cubicBezTo>
                    <a:cubicBezTo>
                      <a:pt x="2392423" y="3703906"/>
                      <a:pt x="2480563" y="3702636"/>
                      <a:pt x="2565177" y="3702636"/>
                    </a:cubicBezTo>
                    <a:cubicBezTo>
                      <a:pt x="2663894" y="3702636"/>
                      <a:pt x="2759085" y="3703906"/>
                      <a:pt x="2857802" y="3703906"/>
                    </a:cubicBezTo>
                    <a:cubicBezTo>
                      <a:pt x="3002351" y="3703906"/>
                      <a:pt x="3150426" y="3703906"/>
                      <a:pt x="3294976" y="3703906"/>
                    </a:cubicBezTo>
                    <a:cubicBezTo>
                      <a:pt x="3428948" y="3703906"/>
                      <a:pt x="3562922" y="3705176"/>
                      <a:pt x="3696895" y="3706446"/>
                    </a:cubicBezTo>
                    <a:cubicBezTo>
                      <a:pt x="3756830" y="3706446"/>
                      <a:pt x="3820290" y="3707716"/>
                      <a:pt x="3880226" y="3707716"/>
                    </a:cubicBezTo>
                    <a:cubicBezTo>
                      <a:pt x="4074133" y="3706446"/>
                      <a:pt x="4264516" y="3700096"/>
                      <a:pt x="4447692" y="3700096"/>
                    </a:cubicBezTo>
                    <a:cubicBezTo>
                      <a:pt x="4451502" y="3700096"/>
                      <a:pt x="4456582" y="3697556"/>
                      <a:pt x="4460392" y="3695016"/>
                    </a:cubicBezTo>
                    <a:cubicBezTo>
                      <a:pt x="4465472" y="3691206"/>
                      <a:pt x="4468012" y="3684856"/>
                      <a:pt x="4470552" y="3682316"/>
                    </a:cubicBezTo>
                    <a:cubicBezTo>
                      <a:pt x="4471822" y="3606549"/>
                      <a:pt x="4473092" y="3485660"/>
                      <a:pt x="4474362" y="3364771"/>
                    </a:cubicBezTo>
                    <a:cubicBezTo>
                      <a:pt x="4475632" y="3177680"/>
                      <a:pt x="4485792" y="1381612"/>
                      <a:pt x="4487062" y="1194521"/>
                    </a:cubicBezTo>
                    <a:cubicBezTo>
                      <a:pt x="4487062" y="1082267"/>
                      <a:pt x="4488332" y="970012"/>
                      <a:pt x="4489602" y="857758"/>
                    </a:cubicBezTo>
                    <a:cubicBezTo>
                      <a:pt x="4490872" y="736869"/>
                      <a:pt x="4492142" y="615980"/>
                      <a:pt x="4494682" y="495090"/>
                    </a:cubicBezTo>
                    <a:cubicBezTo>
                      <a:pt x="4495952" y="423132"/>
                      <a:pt x="4495952" y="348296"/>
                      <a:pt x="4501032" y="276338"/>
                    </a:cubicBezTo>
                    <a:cubicBezTo>
                      <a:pt x="4506112" y="189989"/>
                      <a:pt x="4508652" y="106518"/>
                      <a:pt x="4507382" y="44450"/>
                    </a:cubicBezTo>
                    <a:cubicBezTo>
                      <a:pt x="4507382" y="38100"/>
                      <a:pt x="4503572" y="30480"/>
                      <a:pt x="4497222" y="27940"/>
                    </a:cubicBezTo>
                    <a:close/>
                  </a:path>
                </a:pathLst>
              </a:custGeom>
              <a:solidFill>
                <a:srgbClr val="F6E8CE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-10738331">
              <a:off x="2281995" y="22264"/>
              <a:ext cx="2488000" cy="621639"/>
              <a:chOff x="0" y="0"/>
              <a:chExt cx="1437900" cy="35926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-1270"/>
                <a:ext cx="1439170" cy="357996"/>
              </a:xfrm>
              <a:custGeom>
                <a:avLst/>
                <a:gdLst/>
                <a:ahLst/>
                <a:cxnLst/>
                <a:rect r="r" b="b" t="t" l="l"/>
                <a:pathLst>
                  <a:path h="357996" w="1439170">
                    <a:moveTo>
                      <a:pt x="1427740" y="27940"/>
                    </a:moveTo>
                    <a:cubicBezTo>
                      <a:pt x="1418850" y="24130"/>
                      <a:pt x="1409960" y="21590"/>
                      <a:pt x="1401070" y="21590"/>
                    </a:cubicBezTo>
                    <a:cubicBezTo>
                      <a:pt x="1374400" y="20320"/>
                      <a:pt x="1352891" y="20320"/>
                      <a:pt x="1330700" y="17780"/>
                    </a:cubicBezTo>
                    <a:cubicBezTo>
                      <a:pt x="1279977" y="12700"/>
                      <a:pt x="1230312" y="6350"/>
                      <a:pt x="1179589" y="3810"/>
                    </a:cubicBezTo>
                    <a:cubicBezTo>
                      <a:pt x="1138377" y="1270"/>
                      <a:pt x="1098222" y="3810"/>
                      <a:pt x="1057010" y="2540"/>
                    </a:cubicBezTo>
                    <a:cubicBezTo>
                      <a:pt x="1039046" y="2540"/>
                      <a:pt x="1021082" y="0"/>
                      <a:pt x="1003118" y="2540"/>
                    </a:cubicBezTo>
                    <a:cubicBezTo>
                      <a:pt x="959793" y="10160"/>
                      <a:pt x="916467" y="11430"/>
                      <a:pt x="872085" y="8890"/>
                    </a:cubicBezTo>
                    <a:cubicBezTo>
                      <a:pt x="849894" y="7620"/>
                      <a:pt x="827703" y="7620"/>
                      <a:pt x="805512" y="7620"/>
                    </a:cubicBezTo>
                    <a:cubicBezTo>
                      <a:pt x="765357" y="7620"/>
                      <a:pt x="725202" y="7620"/>
                      <a:pt x="685047" y="6350"/>
                    </a:cubicBezTo>
                    <a:cubicBezTo>
                      <a:pt x="642778" y="5080"/>
                      <a:pt x="226432" y="2540"/>
                      <a:pt x="185221" y="1270"/>
                    </a:cubicBezTo>
                    <a:cubicBezTo>
                      <a:pt x="151406" y="0"/>
                      <a:pt x="118647" y="1270"/>
                      <a:pt x="84833" y="1270"/>
                    </a:cubicBezTo>
                    <a:cubicBezTo>
                      <a:pt x="61585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73463"/>
                      <a:pt x="16510" y="83952"/>
                      <a:pt x="17780" y="94258"/>
                    </a:cubicBezTo>
                    <a:cubicBezTo>
                      <a:pt x="19050" y="104747"/>
                      <a:pt x="17780" y="115237"/>
                      <a:pt x="16510" y="125911"/>
                    </a:cubicBezTo>
                    <a:cubicBezTo>
                      <a:pt x="15240" y="136768"/>
                      <a:pt x="2540" y="250681"/>
                      <a:pt x="2540" y="261539"/>
                    </a:cubicBezTo>
                    <a:cubicBezTo>
                      <a:pt x="2540" y="272213"/>
                      <a:pt x="1270" y="282886"/>
                      <a:pt x="0" y="293560"/>
                    </a:cubicBezTo>
                    <a:cubicBezTo>
                      <a:pt x="0" y="303386"/>
                      <a:pt x="3810" y="313546"/>
                      <a:pt x="15240" y="318627"/>
                    </a:cubicBezTo>
                    <a:cubicBezTo>
                      <a:pt x="22860" y="322436"/>
                      <a:pt x="31750" y="324977"/>
                      <a:pt x="40640" y="326246"/>
                    </a:cubicBezTo>
                    <a:cubicBezTo>
                      <a:pt x="83776" y="331327"/>
                      <a:pt x="123931" y="335136"/>
                      <a:pt x="164086" y="340217"/>
                    </a:cubicBezTo>
                    <a:cubicBezTo>
                      <a:pt x="186277" y="342756"/>
                      <a:pt x="208468" y="347836"/>
                      <a:pt x="230659" y="349106"/>
                    </a:cubicBezTo>
                    <a:cubicBezTo>
                      <a:pt x="267644" y="351646"/>
                      <a:pt x="679763" y="352917"/>
                      <a:pt x="716748" y="354186"/>
                    </a:cubicBezTo>
                    <a:cubicBezTo>
                      <a:pt x="722032" y="354186"/>
                      <a:pt x="727315" y="354186"/>
                      <a:pt x="732599" y="354186"/>
                    </a:cubicBezTo>
                    <a:cubicBezTo>
                      <a:pt x="757960" y="354186"/>
                      <a:pt x="784378" y="352917"/>
                      <a:pt x="809739" y="352917"/>
                    </a:cubicBezTo>
                    <a:cubicBezTo>
                      <a:pt x="839327" y="352917"/>
                      <a:pt x="867858" y="354186"/>
                      <a:pt x="897446" y="354186"/>
                    </a:cubicBezTo>
                    <a:cubicBezTo>
                      <a:pt x="940772" y="354186"/>
                      <a:pt x="985154" y="354186"/>
                      <a:pt x="1028479" y="354186"/>
                    </a:cubicBezTo>
                    <a:cubicBezTo>
                      <a:pt x="1068634" y="354186"/>
                      <a:pt x="1108789" y="355456"/>
                      <a:pt x="1148945" y="356727"/>
                    </a:cubicBezTo>
                    <a:cubicBezTo>
                      <a:pt x="1166909" y="356727"/>
                      <a:pt x="1185930" y="357996"/>
                      <a:pt x="1203894" y="357996"/>
                    </a:cubicBezTo>
                    <a:cubicBezTo>
                      <a:pt x="1262013" y="356727"/>
                      <a:pt x="1319076" y="350377"/>
                      <a:pt x="1378210" y="350377"/>
                    </a:cubicBezTo>
                    <a:cubicBezTo>
                      <a:pt x="1382020" y="350377"/>
                      <a:pt x="1387100" y="347836"/>
                      <a:pt x="1390910" y="345296"/>
                    </a:cubicBezTo>
                    <a:cubicBezTo>
                      <a:pt x="1395990" y="341486"/>
                      <a:pt x="1398530" y="335136"/>
                      <a:pt x="1401070" y="332596"/>
                    </a:cubicBezTo>
                    <a:cubicBezTo>
                      <a:pt x="1402340" y="292272"/>
                      <a:pt x="1403610" y="284543"/>
                      <a:pt x="1404880" y="276813"/>
                    </a:cubicBezTo>
                    <a:cubicBezTo>
                      <a:pt x="1406150" y="264852"/>
                      <a:pt x="1416310" y="150018"/>
                      <a:pt x="1417580" y="138056"/>
                    </a:cubicBezTo>
                    <a:cubicBezTo>
                      <a:pt x="1417580" y="130879"/>
                      <a:pt x="1418850" y="123702"/>
                      <a:pt x="1420120" y="116525"/>
                    </a:cubicBezTo>
                    <a:cubicBezTo>
                      <a:pt x="1421390" y="108796"/>
                      <a:pt x="1422660" y="101067"/>
                      <a:pt x="1425200" y="93338"/>
                    </a:cubicBezTo>
                    <a:cubicBezTo>
                      <a:pt x="1426470" y="88737"/>
                      <a:pt x="1426470" y="83952"/>
                      <a:pt x="1431550" y="79352"/>
                    </a:cubicBezTo>
                    <a:cubicBezTo>
                      <a:pt x="1436630" y="73831"/>
                      <a:pt x="1439170" y="68494"/>
                      <a:pt x="1437900" y="44450"/>
                    </a:cubicBezTo>
                    <a:cubicBezTo>
                      <a:pt x="1437900" y="38100"/>
                      <a:pt x="1434090" y="30480"/>
                      <a:pt x="1427740" y="27940"/>
                    </a:cubicBezTo>
                    <a:close/>
                  </a:path>
                </a:pathLst>
              </a:custGeom>
              <a:solidFill>
                <a:srgbClr val="498463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-10738331">
              <a:off x="2281995" y="5831593"/>
              <a:ext cx="2488000" cy="621639"/>
              <a:chOff x="0" y="0"/>
              <a:chExt cx="1437900" cy="35926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-1270"/>
                <a:ext cx="1439170" cy="357996"/>
              </a:xfrm>
              <a:custGeom>
                <a:avLst/>
                <a:gdLst/>
                <a:ahLst/>
                <a:cxnLst/>
                <a:rect r="r" b="b" t="t" l="l"/>
                <a:pathLst>
                  <a:path h="357996" w="1439170">
                    <a:moveTo>
                      <a:pt x="1427740" y="27940"/>
                    </a:moveTo>
                    <a:cubicBezTo>
                      <a:pt x="1418850" y="24130"/>
                      <a:pt x="1409960" y="21590"/>
                      <a:pt x="1401070" y="21590"/>
                    </a:cubicBezTo>
                    <a:cubicBezTo>
                      <a:pt x="1374400" y="20320"/>
                      <a:pt x="1352891" y="20320"/>
                      <a:pt x="1330700" y="17780"/>
                    </a:cubicBezTo>
                    <a:cubicBezTo>
                      <a:pt x="1279977" y="12700"/>
                      <a:pt x="1230312" y="6350"/>
                      <a:pt x="1179589" y="3810"/>
                    </a:cubicBezTo>
                    <a:cubicBezTo>
                      <a:pt x="1138377" y="1270"/>
                      <a:pt x="1098222" y="3810"/>
                      <a:pt x="1057010" y="2540"/>
                    </a:cubicBezTo>
                    <a:cubicBezTo>
                      <a:pt x="1039046" y="2540"/>
                      <a:pt x="1021082" y="0"/>
                      <a:pt x="1003118" y="2540"/>
                    </a:cubicBezTo>
                    <a:cubicBezTo>
                      <a:pt x="959793" y="10160"/>
                      <a:pt x="916467" y="11430"/>
                      <a:pt x="872085" y="8890"/>
                    </a:cubicBezTo>
                    <a:cubicBezTo>
                      <a:pt x="849894" y="7620"/>
                      <a:pt x="827703" y="7620"/>
                      <a:pt x="805512" y="7620"/>
                    </a:cubicBezTo>
                    <a:cubicBezTo>
                      <a:pt x="765357" y="7620"/>
                      <a:pt x="725202" y="7620"/>
                      <a:pt x="685047" y="6350"/>
                    </a:cubicBezTo>
                    <a:cubicBezTo>
                      <a:pt x="642778" y="5080"/>
                      <a:pt x="226432" y="2540"/>
                      <a:pt x="185221" y="1270"/>
                    </a:cubicBezTo>
                    <a:cubicBezTo>
                      <a:pt x="151406" y="0"/>
                      <a:pt x="118647" y="1270"/>
                      <a:pt x="84833" y="1270"/>
                    </a:cubicBezTo>
                    <a:cubicBezTo>
                      <a:pt x="61585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73463"/>
                      <a:pt x="16510" y="83952"/>
                      <a:pt x="17780" y="94258"/>
                    </a:cubicBezTo>
                    <a:cubicBezTo>
                      <a:pt x="19050" y="104747"/>
                      <a:pt x="17780" y="115237"/>
                      <a:pt x="16510" y="125911"/>
                    </a:cubicBezTo>
                    <a:cubicBezTo>
                      <a:pt x="15240" y="136768"/>
                      <a:pt x="2540" y="250681"/>
                      <a:pt x="2540" y="261539"/>
                    </a:cubicBezTo>
                    <a:cubicBezTo>
                      <a:pt x="2540" y="272213"/>
                      <a:pt x="1270" y="282886"/>
                      <a:pt x="0" y="293560"/>
                    </a:cubicBezTo>
                    <a:cubicBezTo>
                      <a:pt x="0" y="303386"/>
                      <a:pt x="3810" y="313546"/>
                      <a:pt x="15240" y="318627"/>
                    </a:cubicBezTo>
                    <a:cubicBezTo>
                      <a:pt x="22860" y="322436"/>
                      <a:pt x="31750" y="324977"/>
                      <a:pt x="40640" y="326246"/>
                    </a:cubicBezTo>
                    <a:cubicBezTo>
                      <a:pt x="83776" y="331327"/>
                      <a:pt x="123931" y="335136"/>
                      <a:pt x="164086" y="340217"/>
                    </a:cubicBezTo>
                    <a:cubicBezTo>
                      <a:pt x="186277" y="342756"/>
                      <a:pt x="208468" y="347836"/>
                      <a:pt x="230659" y="349106"/>
                    </a:cubicBezTo>
                    <a:cubicBezTo>
                      <a:pt x="267644" y="351646"/>
                      <a:pt x="679763" y="352917"/>
                      <a:pt x="716748" y="354186"/>
                    </a:cubicBezTo>
                    <a:cubicBezTo>
                      <a:pt x="722032" y="354186"/>
                      <a:pt x="727315" y="354186"/>
                      <a:pt x="732599" y="354186"/>
                    </a:cubicBezTo>
                    <a:cubicBezTo>
                      <a:pt x="757960" y="354186"/>
                      <a:pt x="784378" y="352917"/>
                      <a:pt x="809739" y="352917"/>
                    </a:cubicBezTo>
                    <a:cubicBezTo>
                      <a:pt x="839327" y="352917"/>
                      <a:pt x="867858" y="354186"/>
                      <a:pt x="897446" y="354186"/>
                    </a:cubicBezTo>
                    <a:cubicBezTo>
                      <a:pt x="940772" y="354186"/>
                      <a:pt x="985154" y="354186"/>
                      <a:pt x="1028479" y="354186"/>
                    </a:cubicBezTo>
                    <a:cubicBezTo>
                      <a:pt x="1068634" y="354186"/>
                      <a:pt x="1108789" y="355456"/>
                      <a:pt x="1148945" y="356727"/>
                    </a:cubicBezTo>
                    <a:cubicBezTo>
                      <a:pt x="1166909" y="356727"/>
                      <a:pt x="1185930" y="357996"/>
                      <a:pt x="1203894" y="357996"/>
                    </a:cubicBezTo>
                    <a:cubicBezTo>
                      <a:pt x="1262013" y="356727"/>
                      <a:pt x="1319076" y="350377"/>
                      <a:pt x="1378210" y="350377"/>
                    </a:cubicBezTo>
                    <a:cubicBezTo>
                      <a:pt x="1382020" y="350377"/>
                      <a:pt x="1387100" y="347836"/>
                      <a:pt x="1390910" y="345296"/>
                    </a:cubicBezTo>
                    <a:cubicBezTo>
                      <a:pt x="1395990" y="341486"/>
                      <a:pt x="1398530" y="335136"/>
                      <a:pt x="1401070" y="332596"/>
                    </a:cubicBezTo>
                    <a:cubicBezTo>
                      <a:pt x="1402340" y="292272"/>
                      <a:pt x="1403610" y="284543"/>
                      <a:pt x="1404880" y="276813"/>
                    </a:cubicBezTo>
                    <a:cubicBezTo>
                      <a:pt x="1406150" y="264852"/>
                      <a:pt x="1416310" y="150018"/>
                      <a:pt x="1417580" y="138056"/>
                    </a:cubicBezTo>
                    <a:cubicBezTo>
                      <a:pt x="1417580" y="130879"/>
                      <a:pt x="1418850" y="123702"/>
                      <a:pt x="1420120" y="116525"/>
                    </a:cubicBezTo>
                    <a:cubicBezTo>
                      <a:pt x="1421390" y="108796"/>
                      <a:pt x="1422660" y="101067"/>
                      <a:pt x="1425200" y="93338"/>
                    </a:cubicBezTo>
                    <a:cubicBezTo>
                      <a:pt x="1426470" y="88737"/>
                      <a:pt x="1426470" y="83952"/>
                      <a:pt x="1431550" y="79352"/>
                    </a:cubicBezTo>
                    <a:cubicBezTo>
                      <a:pt x="1436630" y="73831"/>
                      <a:pt x="1439170" y="68494"/>
                      <a:pt x="1437900" y="44450"/>
                    </a:cubicBezTo>
                    <a:cubicBezTo>
                      <a:pt x="1437900" y="38100"/>
                      <a:pt x="1434090" y="30480"/>
                      <a:pt x="1427740" y="27940"/>
                    </a:cubicBezTo>
                    <a:close/>
                  </a:path>
                </a:pathLst>
              </a:custGeom>
              <a:solidFill>
                <a:srgbClr val="498463"/>
              </a:solid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3805300" y="1187885"/>
            <a:ext cx="10677400" cy="1731435"/>
            <a:chOff x="0" y="0"/>
            <a:chExt cx="3749578" cy="6080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-1270"/>
              <a:ext cx="3750848" cy="606757"/>
            </a:xfrm>
            <a:custGeom>
              <a:avLst/>
              <a:gdLst/>
              <a:ahLst/>
              <a:cxnLst/>
              <a:rect r="r" b="b" t="t" l="l"/>
              <a:pathLst>
                <a:path h="606757" w="3750848">
                  <a:moveTo>
                    <a:pt x="3739418" y="27940"/>
                  </a:moveTo>
                  <a:cubicBezTo>
                    <a:pt x="3730528" y="24130"/>
                    <a:pt x="3721638" y="21590"/>
                    <a:pt x="3712748" y="21590"/>
                  </a:cubicBezTo>
                  <a:cubicBezTo>
                    <a:pt x="3686078" y="20320"/>
                    <a:pt x="3630650" y="20320"/>
                    <a:pt x="3569413" y="17780"/>
                  </a:cubicBezTo>
                  <a:cubicBezTo>
                    <a:pt x="3429441" y="12700"/>
                    <a:pt x="3292386" y="6350"/>
                    <a:pt x="3152414" y="3810"/>
                  </a:cubicBezTo>
                  <a:cubicBezTo>
                    <a:pt x="3038687" y="1270"/>
                    <a:pt x="2927877" y="3810"/>
                    <a:pt x="2814150" y="2540"/>
                  </a:cubicBezTo>
                  <a:cubicBezTo>
                    <a:pt x="2764576" y="2540"/>
                    <a:pt x="2715003" y="0"/>
                    <a:pt x="2665430" y="2540"/>
                  </a:cubicBezTo>
                  <a:cubicBezTo>
                    <a:pt x="2545871" y="10160"/>
                    <a:pt x="2426312" y="11430"/>
                    <a:pt x="2303837" y="8890"/>
                  </a:cubicBezTo>
                  <a:cubicBezTo>
                    <a:pt x="2242599" y="7620"/>
                    <a:pt x="2181362" y="7620"/>
                    <a:pt x="2120124" y="7620"/>
                  </a:cubicBezTo>
                  <a:cubicBezTo>
                    <a:pt x="2009314" y="7620"/>
                    <a:pt x="1898503" y="7620"/>
                    <a:pt x="1787692" y="6350"/>
                  </a:cubicBezTo>
                  <a:cubicBezTo>
                    <a:pt x="1671049" y="5080"/>
                    <a:pt x="522117" y="2540"/>
                    <a:pt x="408390" y="1270"/>
                  </a:cubicBezTo>
                  <a:cubicBezTo>
                    <a:pt x="315075" y="0"/>
                    <a:pt x="224677" y="1270"/>
                    <a:pt x="131363" y="1270"/>
                  </a:cubicBezTo>
                  <a:cubicBezTo>
                    <a:pt x="67209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81689"/>
                    <a:pt x="16510" y="103583"/>
                    <a:pt x="17780" y="125094"/>
                  </a:cubicBezTo>
                  <a:cubicBezTo>
                    <a:pt x="19050" y="146988"/>
                    <a:pt x="17780" y="168883"/>
                    <a:pt x="16510" y="191161"/>
                  </a:cubicBezTo>
                  <a:cubicBezTo>
                    <a:pt x="15240" y="213824"/>
                    <a:pt x="2540" y="451591"/>
                    <a:pt x="2540" y="474253"/>
                  </a:cubicBezTo>
                  <a:cubicBezTo>
                    <a:pt x="2540" y="496532"/>
                    <a:pt x="1270" y="518811"/>
                    <a:pt x="0" y="541089"/>
                  </a:cubicBezTo>
                  <a:cubicBezTo>
                    <a:pt x="0" y="552147"/>
                    <a:pt x="3810" y="562307"/>
                    <a:pt x="15240" y="567387"/>
                  </a:cubicBezTo>
                  <a:cubicBezTo>
                    <a:pt x="22860" y="571197"/>
                    <a:pt x="31750" y="573737"/>
                    <a:pt x="40640" y="575007"/>
                  </a:cubicBezTo>
                  <a:cubicBezTo>
                    <a:pt x="128447" y="580087"/>
                    <a:pt x="239257" y="583897"/>
                    <a:pt x="350068" y="588977"/>
                  </a:cubicBezTo>
                  <a:cubicBezTo>
                    <a:pt x="411306" y="591517"/>
                    <a:pt x="472543" y="596597"/>
                    <a:pt x="533781" y="597867"/>
                  </a:cubicBezTo>
                  <a:cubicBezTo>
                    <a:pt x="635843" y="600407"/>
                    <a:pt x="1773112" y="601677"/>
                    <a:pt x="1875174" y="602947"/>
                  </a:cubicBezTo>
                  <a:cubicBezTo>
                    <a:pt x="1889755" y="602947"/>
                    <a:pt x="1904335" y="602947"/>
                    <a:pt x="1918915" y="602947"/>
                  </a:cubicBezTo>
                  <a:cubicBezTo>
                    <a:pt x="1988901" y="602947"/>
                    <a:pt x="2061803" y="601677"/>
                    <a:pt x="2131788" y="601677"/>
                  </a:cubicBezTo>
                  <a:cubicBezTo>
                    <a:pt x="2213439" y="601677"/>
                    <a:pt x="2292172" y="602947"/>
                    <a:pt x="2373823" y="602947"/>
                  </a:cubicBezTo>
                  <a:cubicBezTo>
                    <a:pt x="2493382" y="602947"/>
                    <a:pt x="2615857" y="602947"/>
                    <a:pt x="2735416" y="602947"/>
                  </a:cubicBezTo>
                  <a:cubicBezTo>
                    <a:pt x="2846226" y="602947"/>
                    <a:pt x="2957037" y="604217"/>
                    <a:pt x="3067848" y="605487"/>
                  </a:cubicBezTo>
                  <a:cubicBezTo>
                    <a:pt x="3117421" y="605487"/>
                    <a:pt x="3169911" y="606757"/>
                    <a:pt x="3219484" y="606757"/>
                  </a:cubicBezTo>
                  <a:cubicBezTo>
                    <a:pt x="3379868" y="605487"/>
                    <a:pt x="3537336" y="599137"/>
                    <a:pt x="3689888" y="599137"/>
                  </a:cubicBezTo>
                  <a:cubicBezTo>
                    <a:pt x="3693698" y="599137"/>
                    <a:pt x="3698778" y="596597"/>
                    <a:pt x="3702588" y="594057"/>
                  </a:cubicBezTo>
                  <a:cubicBezTo>
                    <a:pt x="3707668" y="590247"/>
                    <a:pt x="3710208" y="583897"/>
                    <a:pt x="3712748" y="581357"/>
                  </a:cubicBezTo>
                  <a:cubicBezTo>
                    <a:pt x="3714018" y="538400"/>
                    <a:pt x="3715288" y="522268"/>
                    <a:pt x="3716558" y="506135"/>
                  </a:cubicBezTo>
                  <a:cubicBezTo>
                    <a:pt x="3717828" y="481167"/>
                    <a:pt x="3727988" y="241480"/>
                    <a:pt x="3729258" y="216513"/>
                  </a:cubicBezTo>
                  <a:cubicBezTo>
                    <a:pt x="3729258" y="201532"/>
                    <a:pt x="3730528" y="186552"/>
                    <a:pt x="3731798" y="171571"/>
                  </a:cubicBezTo>
                  <a:cubicBezTo>
                    <a:pt x="3733068" y="155439"/>
                    <a:pt x="3734338" y="139306"/>
                    <a:pt x="3736878" y="123173"/>
                  </a:cubicBezTo>
                  <a:cubicBezTo>
                    <a:pt x="3738148" y="113570"/>
                    <a:pt x="3738148" y="103583"/>
                    <a:pt x="3743228" y="93980"/>
                  </a:cubicBezTo>
                  <a:cubicBezTo>
                    <a:pt x="3748308" y="82457"/>
                    <a:pt x="3750848" y="71318"/>
                    <a:pt x="3749578" y="44450"/>
                  </a:cubicBezTo>
                  <a:cubicBezTo>
                    <a:pt x="3749578" y="38100"/>
                    <a:pt x="3745768" y="30480"/>
                    <a:pt x="3739418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24448">
            <a:off x="3370496" y="3197734"/>
            <a:ext cx="4337793" cy="4401227"/>
            <a:chOff x="0" y="0"/>
            <a:chExt cx="2952750" cy="29959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2"/>
              <a:stretch>
                <a:fillRect l="-26079" t="0" r="-26079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723884" y="5845503"/>
            <a:ext cx="3156865" cy="2031873"/>
          </a:xfrm>
          <a:custGeom>
            <a:avLst/>
            <a:gdLst/>
            <a:ahLst/>
            <a:cxnLst/>
            <a:rect r="r" b="b" t="t" l="l"/>
            <a:pathLst>
              <a:path h="2031873" w="3156865">
                <a:moveTo>
                  <a:pt x="0" y="0"/>
                </a:moveTo>
                <a:lnTo>
                  <a:pt x="3156865" y="0"/>
                </a:lnTo>
                <a:lnTo>
                  <a:pt x="3156865" y="2031873"/>
                </a:lnTo>
                <a:lnTo>
                  <a:pt x="0" y="203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91632" y="3795091"/>
            <a:ext cx="2021369" cy="2544057"/>
          </a:xfrm>
          <a:custGeom>
            <a:avLst/>
            <a:gdLst/>
            <a:ahLst/>
            <a:cxnLst/>
            <a:rect r="r" b="b" t="t" l="l"/>
            <a:pathLst>
              <a:path h="2544057" w="2021369">
                <a:moveTo>
                  <a:pt x="0" y="0"/>
                </a:moveTo>
                <a:lnTo>
                  <a:pt x="2021369" y="0"/>
                </a:lnTo>
                <a:lnTo>
                  <a:pt x="2021369" y="2544057"/>
                </a:lnTo>
                <a:lnTo>
                  <a:pt x="0" y="2544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124023">
            <a:off x="12185610" y="3665647"/>
            <a:ext cx="2658667" cy="3158243"/>
          </a:xfrm>
          <a:custGeom>
            <a:avLst/>
            <a:gdLst/>
            <a:ahLst/>
            <a:cxnLst/>
            <a:rect r="r" b="b" t="t" l="l"/>
            <a:pathLst>
              <a:path h="3158243" w="2658667">
                <a:moveTo>
                  <a:pt x="0" y="0"/>
                </a:moveTo>
                <a:lnTo>
                  <a:pt x="2658667" y="0"/>
                </a:lnTo>
                <a:lnTo>
                  <a:pt x="2658667" y="3158243"/>
                </a:lnTo>
                <a:lnTo>
                  <a:pt x="0" y="3158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853276" y="1269707"/>
            <a:ext cx="10581449" cy="15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b="true" sz="4637" spc="-51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Điều gì xảy ra khi các môi trường sống</a:t>
            </a:r>
          </a:p>
          <a:p>
            <a:pPr algn="ctr">
              <a:lnSpc>
                <a:spcPts val="6075"/>
              </a:lnSpc>
            </a:pPr>
            <a:r>
              <a:rPr lang="en-US" b="true" sz="4637" spc="-51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bị thay đổi hoặc bị phá hủy?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54901" y="7893967"/>
            <a:ext cx="6958100" cy="953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2"/>
              </a:lnSpc>
              <a:spcBef>
                <a:spcPct val="0"/>
              </a:spcBef>
            </a:pPr>
            <a:r>
              <a:rPr lang="en-US" sz="2925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Một số sinh vật không thể thích nghi với những thay đổi này của môi trường.</a:t>
            </a:r>
          </a:p>
        </p:txBody>
      </p:sp>
      <p:sp>
        <p:nvSpPr>
          <p:cNvPr name="TextBox 20" id="20"/>
          <p:cNvSpPr txBox="true"/>
          <p:nvPr/>
        </p:nvSpPr>
        <p:spPr>
          <a:xfrm rot="231063">
            <a:off x="10797183" y="6722565"/>
            <a:ext cx="4942142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Điều này có thể dẫn đến </a:t>
            </a:r>
            <a:r>
              <a:rPr lang="en-US" sz="1900" b="true">
                <a:solidFill>
                  <a:srgbClr val="1B3B3A"/>
                </a:solidFill>
                <a:latin typeface="Asap Bold"/>
                <a:ea typeface="Asap Bold"/>
                <a:cs typeface="Asap Bold"/>
                <a:sym typeface="Asap Bold"/>
              </a:rPr>
              <a:t>sự tuyệt chủng</a:t>
            </a: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 –</a:t>
            </a: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một hiện tượng mà các loài</a:t>
            </a: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biến mất hoàn toàn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07703" y="7810306"/>
            <a:ext cx="3156865" cy="2031873"/>
          </a:xfrm>
          <a:custGeom>
            <a:avLst/>
            <a:gdLst/>
            <a:ahLst/>
            <a:cxnLst/>
            <a:rect r="r" b="b" t="t" l="l"/>
            <a:pathLst>
              <a:path h="2031873" w="3156865">
                <a:moveTo>
                  <a:pt x="0" y="0"/>
                </a:moveTo>
                <a:lnTo>
                  <a:pt x="3156865" y="0"/>
                </a:lnTo>
                <a:lnTo>
                  <a:pt x="3156865" y="2031873"/>
                </a:lnTo>
                <a:lnTo>
                  <a:pt x="0" y="2031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7363" y="5143500"/>
            <a:ext cx="14028465" cy="5917462"/>
          </a:xfrm>
          <a:custGeom>
            <a:avLst/>
            <a:gdLst/>
            <a:ahLst/>
            <a:cxnLst/>
            <a:rect r="r" b="b" t="t" l="l"/>
            <a:pathLst>
              <a:path h="5917462" w="14028465">
                <a:moveTo>
                  <a:pt x="0" y="0"/>
                </a:moveTo>
                <a:lnTo>
                  <a:pt x="14028465" y="0"/>
                </a:lnTo>
                <a:lnTo>
                  <a:pt x="14028465" y="5917462"/>
                </a:lnTo>
                <a:lnTo>
                  <a:pt x="0" y="5917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86136" y="5143500"/>
            <a:ext cx="14028465" cy="5917462"/>
          </a:xfrm>
          <a:custGeom>
            <a:avLst/>
            <a:gdLst/>
            <a:ahLst/>
            <a:cxnLst/>
            <a:rect r="r" b="b" t="t" l="l"/>
            <a:pathLst>
              <a:path h="5917462" w="14028465">
                <a:moveTo>
                  <a:pt x="0" y="0"/>
                </a:moveTo>
                <a:lnTo>
                  <a:pt x="14028465" y="0"/>
                </a:lnTo>
                <a:lnTo>
                  <a:pt x="14028465" y="5917462"/>
                </a:lnTo>
                <a:lnTo>
                  <a:pt x="0" y="5917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9780">
            <a:off x="1624295" y="2074981"/>
            <a:ext cx="15038803" cy="7161940"/>
            <a:chOff x="0" y="0"/>
            <a:chExt cx="9157652" cy="43611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9158922" cy="4359885"/>
            </a:xfrm>
            <a:custGeom>
              <a:avLst/>
              <a:gdLst/>
              <a:ahLst/>
              <a:cxnLst/>
              <a:rect r="r" b="b" t="t" l="l"/>
              <a:pathLst>
                <a:path h="4359885" w="9158922">
                  <a:moveTo>
                    <a:pt x="9147491" y="27940"/>
                  </a:moveTo>
                  <a:cubicBezTo>
                    <a:pt x="9138602" y="24130"/>
                    <a:pt x="9129712" y="21590"/>
                    <a:pt x="9120822" y="21590"/>
                  </a:cubicBezTo>
                  <a:cubicBezTo>
                    <a:pt x="9094152" y="20320"/>
                    <a:pt x="8959373" y="20320"/>
                    <a:pt x="8806787" y="17780"/>
                  </a:cubicBezTo>
                  <a:cubicBezTo>
                    <a:pt x="8458021" y="12700"/>
                    <a:pt x="8116521" y="6350"/>
                    <a:pt x="7767755" y="3810"/>
                  </a:cubicBezTo>
                  <a:cubicBezTo>
                    <a:pt x="7484382" y="1270"/>
                    <a:pt x="7208276" y="3810"/>
                    <a:pt x="6924903" y="2540"/>
                  </a:cubicBezTo>
                  <a:cubicBezTo>
                    <a:pt x="6801382" y="2540"/>
                    <a:pt x="6677861" y="0"/>
                    <a:pt x="6554339" y="2540"/>
                  </a:cubicBezTo>
                  <a:cubicBezTo>
                    <a:pt x="6256434" y="10160"/>
                    <a:pt x="5958530" y="11430"/>
                    <a:pt x="5653360" y="8890"/>
                  </a:cubicBezTo>
                  <a:cubicBezTo>
                    <a:pt x="5500774" y="7620"/>
                    <a:pt x="5348189" y="7620"/>
                    <a:pt x="5195604" y="7620"/>
                  </a:cubicBezTo>
                  <a:cubicBezTo>
                    <a:pt x="4919497" y="7620"/>
                    <a:pt x="4643391" y="7620"/>
                    <a:pt x="4367285" y="6350"/>
                  </a:cubicBezTo>
                  <a:cubicBezTo>
                    <a:pt x="4076646" y="5080"/>
                    <a:pt x="1213857" y="2540"/>
                    <a:pt x="930485" y="1270"/>
                  </a:cubicBezTo>
                  <a:cubicBezTo>
                    <a:pt x="697974" y="0"/>
                    <a:pt x="472729" y="1270"/>
                    <a:pt x="240219" y="1270"/>
                  </a:cubicBezTo>
                  <a:cubicBezTo>
                    <a:pt x="80367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232952" y="4333215"/>
                    <a:pt x="509059" y="4337025"/>
                    <a:pt x="785165" y="4342105"/>
                  </a:cubicBezTo>
                  <a:cubicBezTo>
                    <a:pt x="937750" y="4344645"/>
                    <a:pt x="1090336" y="4349725"/>
                    <a:pt x="1242921" y="4350995"/>
                  </a:cubicBezTo>
                  <a:cubicBezTo>
                    <a:pt x="1497229" y="4353535"/>
                    <a:pt x="4330955" y="4354805"/>
                    <a:pt x="4585263" y="4356075"/>
                  </a:cubicBezTo>
                  <a:cubicBezTo>
                    <a:pt x="4621593" y="4356075"/>
                    <a:pt x="4657923" y="4356075"/>
                    <a:pt x="4694253" y="4356075"/>
                  </a:cubicBezTo>
                  <a:cubicBezTo>
                    <a:pt x="4868636" y="4356075"/>
                    <a:pt x="5050285" y="4354805"/>
                    <a:pt x="5224668" y="4354805"/>
                  </a:cubicBezTo>
                  <a:cubicBezTo>
                    <a:pt x="5428115" y="4354805"/>
                    <a:pt x="5624295" y="4356075"/>
                    <a:pt x="5827742" y="4356075"/>
                  </a:cubicBezTo>
                  <a:cubicBezTo>
                    <a:pt x="6125647" y="4356075"/>
                    <a:pt x="6430818" y="4356075"/>
                    <a:pt x="6728722" y="4356075"/>
                  </a:cubicBezTo>
                  <a:cubicBezTo>
                    <a:pt x="7004828" y="4356075"/>
                    <a:pt x="7280935" y="4357345"/>
                    <a:pt x="7557042" y="4358615"/>
                  </a:cubicBezTo>
                  <a:cubicBezTo>
                    <a:pt x="7680563" y="4358615"/>
                    <a:pt x="7811350" y="4359885"/>
                    <a:pt x="7934871" y="4359885"/>
                  </a:cubicBezTo>
                  <a:cubicBezTo>
                    <a:pt x="8334499" y="4358615"/>
                    <a:pt x="8726861" y="4352265"/>
                    <a:pt x="9097962" y="4352265"/>
                  </a:cubicBezTo>
                  <a:cubicBezTo>
                    <a:pt x="9101772" y="4352265"/>
                    <a:pt x="9106852" y="4349725"/>
                    <a:pt x="9110662" y="4347185"/>
                  </a:cubicBezTo>
                  <a:cubicBezTo>
                    <a:pt x="9115741" y="4343375"/>
                    <a:pt x="9118281" y="4337025"/>
                    <a:pt x="9120822" y="4334485"/>
                  </a:cubicBezTo>
                  <a:cubicBezTo>
                    <a:pt x="9122091" y="4251818"/>
                    <a:pt x="9123362" y="4108898"/>
                    <a:pt x="9124631" y="3965977"/>
                  </a:cubicBezTo>
                  <a:cubicBezTo>
                    <a:pt x="9125902" y="3744790"/>
                    <a:pt x="9136062" y="1621395"/>
                    <a:pt x="9137331" y="1400208"/>
                  </a:cubicBezTo>
                  <a:cubicBezTo>
                    <a:pt x="9137331" y="1267496"/>
                    <a:pt x="9138602" y="1134784"/>
                    <a:pt x="9139872" y="1002071"/>
                  </a:cubicBezTo>
                  <a:cubicBezTo>
                    <a:pt x="9141141" y="859151"/>
                    <a:pt x="9142412" y="716230"/>
                    <a:pt x="9144952" y="573309"/>
                  </a:cubicBezTo>
                  <a:cubicBezTo>
                    <a:pt x="9146222" y="488237"/>
                    <a:pt x="9146222" y="399762"/>
                    <a:pt x="9151302" y="314690"/>
                  </a:cubicBezTo>
                  <a:cubicBezTo>
                    <a:pt x="9156381" y="212604"/>
                    <a:pt x="9158922" y="113921"/>
                    <a:pt x="9157652" y="44450"/>
                  </a:cubicBezTo>
                  <a:cubicBezTo>
                    <a:pt x="9157652" y="38100"/>
                    <a:pt x="9153841" y="30480"/>
                    <a:pt x="914749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805300" y="1187885"/>
            <a:ext cx="10677400" cy="1731435"/>
            <a:chOff x="0" y="0"/>
            <a:chExt cx="3749578" cy="6080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270"/>
              <a:ext cx="3750848" cy="606757"/>
            </a:xfrm>
            <a:custGeom>
              <a:avLst/>
              <a:gdLst/>
              <a:ahLst/>
              <a:cxnLst/>
              <a:rect r="r" b="b" t="t" l="l"/>
              <a:pathLst>
                <a:path h="606757" w="3750848">
                  <a:moveTo>
                    <a:pt x="3739418" y="27940"/>
                  </a:moveTo>
                  <a:cubicBezTo>
                    <a:pt x="3730528" y="24130"/>
                    <a:pt x="3721638" y="21590"/>
                    <a:pt x="3712748" y="21590"/>
                  </a:cubicBezTo>
                  <a:cubicBezTo>
                    <a:pt x="3686078" y="20320"/>
                    <a:pt x="3630650" y="20320"/>
                    <a:pt x="3569413" y="17780"/>
                  </a:cubicBezTo>
                  <a:cubicBezTo>
                    <a:pt x="3429441" y="12700"/>
                    <a:pt x="3292386" y="6350"/>
                    <a:pt x="3152414" y="3810"/>
                  </a:cubicBezTo>
                  <a:cubicBezTo>
                    <a:pt x="3038687" y="1270"/>
                    <a:pt x="2927877" y="3810"/>
                    <a:pt x="2814150" y="2540"/>
                  </a:cubicBezTo>
                  <a:cubicBezTo>
                    <a:pt x="2764576" y="2540"/>
                    <a:pt x="2715003" y="0"/>
                    <a:pt x="2665430" y="2540"/>
                  </a:cubicBezTo>
                  <a:cubicBezTo>
                    <a:pt x="2545871" y="10160"/>
                    <a:pt x="2426312" y="11430"/>
                    <a:pt x="2303837" y="8890"/>
                  </a:cubicBezTo>
                  <a:cubicBezTo>
                    <a:pt x="2242599" y="7620"/>
                    <a:pt x="2181362" y="7620"/>
                    <a:pt x="2120124" y="7620"/>
                  </a:cubicBezTo>
                  <a:cubicBezTo>
                    <a:pt x="2009314" y="7620"/>
                    <a:pt x="1898503" y="7620"/>
                    <a:pt x="1787692" y="6350"/>
                  </a:cubicBezTo>
                  <a:cubicBezTo>
                    <a:pt x="1671049" y="5080"/>
                    <a:pt x="522117" y="2540"/>
                    <a:pt x="408390" y="1270"/>
                  </a:cubicBezTo>
                  <a:cubicBezTo>
                    <a:pt x="315075" y="0"/>
                    <a:pt x="224677" y="1270"/>
                    <a:pt x="131363" y="1270"/>
                  </a:cubicBezTo>
                  <a:cubicBezTo>
                    <a:pt x="67209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81689"/>
                    <a:pt x="16510" y="103583"/>
                    <a:pt x="17780" y="125094"/>
                  </a:cubicBezTo>
                  <a:cubicBezTo>
                    <a:pt x="19050" y="146988"/>
                    <a:pt x="17780" y="168883"/>
                    <a:pt x="16510" y="191161"/>
                  </a:cubicBezTo>
                  <a:cubicBezTo>
                    <a:pt x="15240" y="213824"/>
                    <a:pt x="2540" y="451591"/>
                    <a:pt x="2540" y="474253"/>
                  </a:cubicBezTo>
                  <a:cubicBezTo>
                    <a:pt x="2540" y="496532"/>
                    <a:pt x="1270" y="518811"/>
                    <a:pt x="0" y="541089"/>
                  </a:cubicBezTo>
                  <a:cubicBezTo>
                    <a:pt x="0" y="552147"/>
                    <a:pt x="3810" y="562307"/>
                    <a:pt x="15240" y="567387"/>
                  </a:cubicBezTo>
                  <a:cubicBezTo>
                    <a:pt x="22860" y="571197"/>
                    <a:pt x="31750" y="573737"/>
                    <a:pt x="40640" y="575007"/>
                  </a:cubicBezTo>
                  <a:cubicBezTo>
                    <a:pt x="128447" y="580087"/>
                    <a:pt x="239257" y="583897"/>
                    <a:pt x="350068" y="588977"/>
                  </a:cubicBezTo>
                  <a:cubicBezTo>
                    <a:pt x="411306" y="591517"/>
                    <a:pt x="472543" y="596597"/>
                    <a:pt x="533781" y="597867"/>
                  </a:cubicBezTo>
                  <a:cubicBezTo>
                    <a:pt x="635843" y="600407"/>
                    <a:pt x="1773112" y="601677"/>
                    <a:pt x="1875174" y="602947"/>
                  </a:cubicBezTo>
                  <a:cubicBezTo>
                    <a:pt x="1889755" y="602947"/>
                    <a:pt x="1904335" y="602947"/>
                    <a:pt x="1918915" y="602947"/>
                  </a:cubicBezTo>
                  <a:cubicBezTo>
                    <a:pt x="1988901" y="602947"/>
                    <a:pt x="2061803" y="601677"/>
                    <a:pt x="2131788" y="601677"/>
                  </a:cubicBezTo>
                  <a:cubicBezTo>
                    <a:pt x="2213439" y="601677"/>
                    <a:pt x="2292172" y="602947"/>
                    <a:pt x="2373823" y="602947"/>
                  </a:cubicBezTo>
                  <a:cubicBezTo>
                    <a:pt x="2493382" y="602947"/>
                    <a:pt x="2615857" y="602947"/>
                    <a:pt x="2735416" y="602947"/>
                  </a:cubicBezTo>
                  <a:cubicBezTo>
                    <a:pt x="2846226" y="602947"/>
                    <a:pt x="2957037" y="604217"/>
                    <a:pt x="3067848" y="605487"/>
                  </a:cubicBezTo>
                  <a:cubicBezTo>
                    <a:pt x="3117421" y="605487"/>
                    <a:pt x="3169911" y="606757"/>
                    <a:pt x="3219484" y="606757"/>
                  </a:cubicBezTo>
                  <a:cubicBezTo>
                    <a:pt x="3379868" y="605487"/>
                    <a:pt x="3537336" y="599137"/>
                    <a:pt x="3689888" y="599137"/>
                  </a:cubicBezTo>
                  <a:cubicBezTo>
                    <a:pt x="3693698" y="599137"/>
                    <a:pt x="3698778" y="596597"/>
                    <a:pt x="3702588" y="594057"/>
                  </a:cubicBezTo>
                  <a:cubicBezTo>
                    <a:pt x="3707668" y="590247"/>
                    <a:pt x="3710208" y="583897"/>
                    <a:pt x="3712748" y="581357"/>
                  </a:cubicBezTo>
                  <a:cubicBezTo>
                    <a:pt x="3714018" y="538400"/>
                    <a:pt x="3715288" y="522268"/>
                    <a:pt x="3716558" y="506135"/>
                  </a:cubicBezTo>
                  <a:cubicBezTo>
                    <a:pt x="3717828" y="481167"/>
                    <a:pt x="3727988" y="241480"/>
                    <a:pt x="3729258" y="216513"/>
                  </a:cubicBezTo>
                  <a:cubicBezTo>
                    <a:pt x="3729258" y="201532"/>
                    <a:pt x="3730528" y="186552"/>
                    <a:pt x="3731798" y="171571"/>
                  </a:cubicBezTo>
                  <a:cubicBezTo>
                    <a:pt x="3733068" y="155439"/>
                    <a:pt x="3734338" y="139306"/>
                    <a:pt x="3736878" y="123173"/>
                  </a:cubicBezTo>
                  <a:cubicBezTo>
                    <a:pt x="3738148" y="113570"/>
                    <a:pt x="3738148" y="103583"/>
                    <a:pt x="3743228" y="93980"/>
                  </a:cubicBezTo>
                  <a:cubicBezTo>
                    <a:pt x="3748308" y="82457"/>
                    <a:pt x="3750848" y="71318"/>
                    <a:pt x="3749578" y="44450"/>
                  </a:cubicBezTo>
                  <a:cubicBezTo>
                    <a:pt x="3749578" y="38100"/>
                    <a:pt x="3745768" y="30480"/>
                    <a:pt x="3739418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899601" y="1345376"/>
            <a:ext cx="10488191" cy="140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9"/>
              </a:lnSpc>
            </a:pPr>
            <a:r>
              <a:rPr lang="en-US" b="true" sz="4528" spc="-49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Bạn có thể nghĩ ra ví dụ về các</a:t>
            </a:r>
          </a:p>
          <a:p>
            <a:pPr algn="ctr">
              <a:lnSpc>
                <a:spcPts val="5569"/>
              </a:lnSpc>
            </a:pPr>
            <a:r>
              <a:rPr lang="en-US" b="true" sz="4528" spc="-49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môi trường sống đang bị phá hủy không?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22872" y="4772141"/>
            <a:ext cx="8079030" cy="18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0"/>
              </a:lnSpc>
              <a:spcBef>
                <a:spcPct val="0"/>
              </a:spcBef>
            </a:pPr>
            <a:r>
              <a:rPr lang="en-US" sz="2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Đưa ra một ví dụ cho biết các môi trường sống đang bị phá hủy như thế nào. Tại sao điều này</a:t>
            </a:r>
          </a:p>
          <a:p>
            <a:pPr algn="ctr" marL="0" indent="0" lvl="0">
              <a:lnSpc>
                <a:spcPts val="3770"/>
              </a:lnSpc>
              <a:spcBef>
                <a:spcPct val="0"/>
              </a:spcBef>
            </a:pPr>
            <a:r>
              <a:rPr lang="en-US" sz="29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lại xảy ra và những sinh vật nào bị ảnh hưởng? Thảo luận câu trả lời với bạn cùng chỗ.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12749" y="8550281"/>
            <a:ext cx="3156865" cy="2031873"/>
          </a:xfrm>
          <a:custGeom>
            <a:avLst/>
            <a:gdLst/>
            <a:ahLst/>
            <a:cxnLst/>
            <a:rect r="r" b="b" t="t" l="l"/>
            <a:pathLst>
              <a:path h="2031873" w="3156865">
                <a:moveTo>
                  <a:pt x="0" y="0"/>
                </a:moveTo>
                <a:lnTo>
                  <a:pt x="3156865" y="0"/>
                </a:lnTo>
                <a:lnTo>
                  <a:pt x="3156865" y="2031873"/>
                </a:lnTo>
                <a:lnTo>
                  <a:pt x="0" y="2031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24448">
            <a:off x="11043208" y="3256148"/>
            <a:ext cx="4885855" cy="4957304"/>
            <a:chOff x="0" y="0"/>
            <a:chExt cx="2952750" cy="2995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6"/>
              <a:stretch>
                <a:fillRect l="0" t="-3610" r="0" b="-361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true" flipV="false" rot="0">
            <a:off x="1203855" y="8045717"/>
            <a:ext cx="3506651" cy="2696933"/>
          </a:xfrm>
          <a:custGeom>
            <a:avLst/>
            <a:gdLst/>
            <a:ahLst/>
            <a:cxnLst/>
            <a:rect r="r" b="b" t="t" l="l"/>
            <a:pathLst>
              <a:path h="2696933" w="3506651">
                <a:moveTo>
                  <a:pt x="3506651" y="0"/>
                </a:moveTo>
                <a:lnTo>
                  <a:pt x="0" y="0"/>
                </a:lnTo>
                <a:lnTo>
                  <a:pt x="0" y="2696934"/>
                </a:lnTo>
                <a:lnTo>
                  <a:pt x="3506651" y="2696934"/>
                </a:lnTo>
                <a:lnTo>
                  <a:pt x="350665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780">
            <a:off x="1038870" y="1995388"/>
            <a:ext cx="8762449" cy="7161940"/>
            <a:chOff x="0" y="0"/>
            <a:chExt cx="5335761" cy="4361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5337031" cy="4359885"/>
            </a:xfrm>
            <a:custGeom>
              <a:avLst/>
              <a:gdLst/>
              <a:ahLst/>
              <a:cxnLst/>
              <a:rect r="r" b="b" t="t" l="l"/>
              <a:pathLst>
                <a:path h="4359885" w="5337031">
                  <a:moveTo>
                    <a:pt x="5325601" y="27940"/>
                  </a:moveTo>
                  <a:cubicBezTo>
                    <a:pt x="5316711" y="24130"/>
                    <a:pt x="5307821" y="21590"/>
                    <a:pt x="5298931" y="21590"/>
                  </a:cubicBezTo>
                  <a:cubicBezTo>
                    <a:pt x="5272261" y="20320"/>
                    <a:pt x="5193559" y="20320"/>
                    <a:pt x="5105529" y="17780"/>
                  </a:cubicBezTo>
                  <a:cubicBezTo>
                    <a:pt x="4904319" y="12700"/>
                    <a:pt x="4707300" y="6350"/>
                    <a:pt x="4506089" y="3810"/>
                  </a:cubicBezTo>
                  <a:cubicBezTo>
                    <a:pt x="4342605" y="1270"/>
                    <a:pt x="4183314" y="3810"/>
                    <a:pt x="4019830" y="2540"/>
                  </a:cubicBezTo>
                  <a:cubicBezTo>
                    <a:pt x="3948568" y="2540"/>
                    <a:pt x="3877306" y="0"/>
                    <a:pt x="3806043" y="2540"/>
                  </a:cubicBezTo>
                  <a:cubicBezTo>
                    <a:pt x="3634176" y="10160"/>
                    <a:pt x="3462308" y="11430"/>
                    <a:pt x="3286249" y="8890"/>
                  </a:cubicBezTo>
                  <a:cubicBezTo>
                    <a:pt x="3198219" y="7620"/>
                    <a:pt x="3110189" y="7620"/>
                    <a:pt x="3022160" y="7620"/>
                  </a:cubicBezTo>
                  <a:cubicBezTo>
                    <a:pt x="2862868" y="7620"/>
                    <a:pt x="2703576" y="7620"/>
                    <a:pt x="2544284" y="6350"/>
                  </a:cubicBezTo>
                  <a:cubicBezTo>
                    <a:pt x="2376609" y="5080"/>
                    <a:pt x="725003" y="2540"/>
                    <a:pt x="561520" y="1270"/>
                  </a:cubicBezTo>
                  <a:cubicBezTo>
                    <a:pt x="427379" y="0"/>
                    <a:pt x="297431" y="1270"/>
                    <a:pt x="163290" y="1270"/>
                  </a:cubicBezTo>
                  <a:cubicBezTo>
                    <a:pt x="71068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159098" y="4333215"/>
                    <a:pt x="318390" y="4337025"/>
                    <a:pt x="477682" y="4342105"/>
                  </a:cubicBezTo>
                  <a:cubicBezTo>
                    <a:pt x="565711" y="4344645"/>
                    <a:pt x="653741" y="4349725"/>
                    <a:pt x="741771" y="4350995"/>
                  </a:cubicBezTo>
                  <a:cubicBezTo>
                    <a:pt x="888487" y="4353535"/>
                    <a:pt x="2523325" y="4354805"/>
                    <a:pt x="2670041" y="4356075"/>
                  </a:cubicBezTo>
                  <a:cubicBezTo>
                    <a:pt x="2691000" y="4356075"/>
                    <a:pt x="2711960" y="4356075"/>
                    <a:pt x="2732919" y="4356075"/>
                  </a:cubicBezTo>
                  <a:cubicBezTo>
                    <a:pt x="2833525" y="4356075"/>
                    <a:pt x="2938322" y="4354805"/>
                    <a:pt x="3038927" y="4354805"/>
                  </a:cubicBezTo>
                  <a:cubicBezTo>
                    <a:pt x="3156300" y="4354805"/>
                    <a:pt x="3269481" y="4356075"/>
                    <a:pt x="3386854" y="4356075"/>
                  </a:cubicBezTo>
                  <a:cubicBezTo>
                    <a:pt x="3558722" y="4356075"/>
                    <a:pt x="3734781" y="4356075"/>
                    <a:pt x="3906649" y="4356075"/>
                  </a:cubicBezTo>
                  <a:cubicBezTo>
                    <a:pt x="4065940" y="4356075"/>
                    <a:pt x="4225232" y="4357345"/>
                    <a:pt x="4384524" y="4358615"/>
                  </a:cubicBezTo>
                  <a:cubicBezTo>
                    <a:pt x="4455786" y="4358615"/>
                    <a:pt x="4531240" y="4359885"/>
                    <a:pt x="4602502" y="4359885"/>
                  </a:cubicBezTo>
                  <a:cubicBezTo>
                    <a:pt x="4833057" y="4358615"/>
                    <a:pt x="5059419" y="4352265"/>
                    <a:pt x="5276071" y="4352265"/>
                  </a:cubicBezTo>
                  <a:cubicBezTo>
                    <a:pt x="5279881" y="4352265"/>
                    <a:pt x="5284961" y="4349725"/>
                    <a:pt x="5288771" y="4347185"/>
                  </a:cubicBezTo>
                  <a:cubicBezTo>
                    <a:pt x="5293851" y="4343375"/>
                    <a:pt x="5296391" y="4337025"/>
                    <a:pt x="5298931" y="4334485"/>
                  </a:cubicBezTo>
                  <a:cubicBezTo>
                    <a:pt x="5300201" y="4251818"/>
                    <a:pt x="5301471" y="4108898"/>
                    <a:pt x="5302741" y="3965977"/>
                  </a:cubicBezTo>
                  <a:cubicBezTo>
                    <a:pt x="5304011" y="3744790"/>
                    <a:pt x="5314171" y="1621395"/>
                    <a:pt x="5315441" y="1400208"/>
                  </a:cubicBezTo>
                  <a:cubicBezTo>
                    <a:pt x="5315441" y="1267496"/>
                    <a:pt x="5316711" y="1134784"/>
                    <a:pt x="5317981" y="1002071"/>
                  </a:cubicBezTo>
                  <a:cubicBezTo>
                    <a:pt x="5319251" y="859151"/>
                    <a:pt x="5320521" y="716230"/>
                    <a:pt x="5323061" y="573309"/>
                  </a:cubicBezTo>
                  <a:cubicBezTo>
                    <a:pt x="5324331" y="488237"/>
                    <a:pt x="5324331" y="399762"/>
                    <a:pt x="5329411" y="314690"/>
                  </a:cubicBezTo>
                  <a:cubicBezTo>
                    <a:pt x="5334491" y="212604"/>
                    <a:pt x="5337031" y="113921"/>
                    <a:pt x="5335761" y="44450"/>
                  </a:cubicBezTo>
                  <a:cubicBezTo>
                    <a:pt x="5335761" y="38100"/>
                    <a:pt x="5331951" y="30480"/>
                    <a:pt x="532560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24281" y="1117221"/>
            <a:ext cx="6591627" cy="1731435"/>
            <a:chOff x="0" y="0"/>
            <a:chExt cx="2314779" cy="6080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2316049" cy="606757"/>
            </a:xfrm>
            <a:custGeom>
              <a:avLst/>
              <a:gdLst/>
              <a:ahLst/>
              <a:cxnLst/>
              <a:rect r="r" b="b" t="t" l="l"/>
              <a:pathLst>
                <a:path h="606757" w="2316049">
                  <a:moveTo>
                    <a:pt x="2304619" y="27940"/>
                  </a:moveTo>
                  <a:cubicBezTo>
                    <a:pt x="2295729" y="24130"/>
                    <a:pt x="2286839" y="21590"/>
                    <a:pt x="2277949" y="21590"/>
                  </a:cubicBezTo>
                  <a:cubicBezTo>
                    <a:pt x="2251279" y="20320"/>
                    <a:pt x="2216903" y="20320"/>
                    <a:pt x="2179901" y="17780"/>
                  </a:cubicBezTo>
                  <a:cubicBezTo>
                    <a:pt x="2095324" y="12700"/>
                    <a:pt x="2012510" y="6350"/>
                    <a:pt x="1927933" y="3810"/>
                  </a:cubicBezTo>
                  <a:cubicBezTo>
                    <a:pt x="1859214" y="1270"/>
                    <a:pt x="1792257" y="3810"/>
                    <a:pt x="1723539" y="2540"/>
                  </a:cubicBezTo>
                  <a:cubicBezTo>
                    <a:pt x="1693584" y="2540"/>
                    <a:pt x="1663630" y="0"/>
                    <a:pt x="1633676" y="2540"/>
                  </a:cubicBezTo>
                  <a:cubicBezTo>
                    <a:pt x="1561433" y="10160"/>
                    <a:pt x="1489190" y="11430"/>
                    <a:pt x="1415186" y="8890"/>
                  </a:cubicBezTo>
                  <a:cubicBezTo>
                    <a:pt x="1378183" y="7620"/>
                    <a:pt x="1341181" y="7620"/>
                    <a:pt x="1304179" y="7620"/>
                  </a:cubicBezTo>
                  <a:cubicBezTo>
                    <a:pt x="1237222" y="7620"/>
                    <a:pt x="1170265" y="7620"/>
                    <a:pt x="1103309" y="6350"/>
                  </a:cubicBezTo>
                  <a:cubicBezTo>
                    <a:pt x="1032828" y="5080"/>
                    <a:pt x="338593" y="2540"/>
                    <a:pt x="269874" y="1270"/>
                  </a:cubicBezTo>
                  <a:cubicBezTo>
                    <a:pt x="213490" y="0"/>
                    <a:pt x="158867" y="1270"/>
                    <a:pt x="102483" y="1270"/>
                  </a:cubicBezTo>
                  <a:cubicBezTo>
                    <a:pt x="63718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81689"/>
                    <a:pt x="16510" y="103583"/>
                    <a:pt x="17780" y="125094"/>
                  </a:cubicBezTo>
                  <a:cubicBezTo>
                    <a:pt x="19050" y="146988"/>
                    <a:pt x="17780" y="168883"/>
                    <a:pt x="16510" y="191161"/>
                  </a:cubicBezTo>
                  <a:cubicBezTo>
                    <a:pt x="15240" y="213824"/>
                    <a:pt x="2540" y="451591"/>
                    <a:pt x="2540" y="474253"/>
                  </a:cubicBezTo>
                  <a:cubicBezTo>
                    <a:pt x="2540" y="496532"/>
                    <a:pt x="1270" y="518811"/>
                    <a:pt x="0" y="541089"/>
                  </a:cubicBezTo>
                  <a:cubicBezTo>
                    <a:pt x="0" y="552147"/>
                    <a:pt x="3810" y="562307"/>
                    <a:pt x="15240" y="567387"/>
                  </a:cubicBezTo>
                  <a:cubicBezTo>
                    <a:pt x="22860" y="571197"/>
                    <a:pt x="31750" y="573737"/>
                    <a:pt x="40640" y="575007"/>
                  </a:cubicBezTo>
                  <a:cubicBezTo>
                    <a:pt x="100721" y="580087"/>
                    <a:pt x="167677" y="583897"/>
                    <a:pt x="234634" y="588977"/>
                  </a:cubicBezTo>
                  <a:cubicBezTo>
                    <a:pt x="271636" y="591517"/>
                    <a:pt x="308639" y="596597"/>
                    <a:pt x="345641" y="597867"/>
                  </a:cubicBezTo>
                  <a:cubicBezTo>
                    <a:pt x="407312" y="600407"/>
                    <a:pt x="1094498" y="601677"/>
                    <a:pt x="1156169" y="602947"/>
                  </a:cubicBezTo>
                  <a:cubicBezTo>
                    <a:pt x="1164979" y="602947"/>
                    <a:pt x="1173789" y="602947"/>
                    <a:pt x="1182599" y="602947"/>
                  </a:cubicBezTo>
                  <a:cubicBezTo>
                    <a:pt x="1224888" y="602947"/>
                    <a:pt x="1268938" y="601677"/>
                    <a:pt x="1311226" y="601677"/>
                  </a:cubicBezTo>
                  <a:cubicBezTo>
                    <a:pt x="1360563" y="601677"/>
                    <a:pt x="1408137" y="602947"/>
                    <a:pt x="1457474" y="602947"/>
                  </a:cubicBezTo>
                  <a:cubicBezTo>
                    <a:pt x="1529717" y="602947"/>
                    <a:pt x="1603721" y="602947"/>
                    <a:pt x="1675964" y="602947"/>
                  </a:cubicBezTo>
                  <a:cubicBezTo>
                    <a:pt x="1742921" y="602947"/>
                    <a:pt x="1809877" y="604217"/>
                    <a:pt x="1876834" y="605487"/>
                  </a:cubicBezTo>
                  <a:cubicBezTo>
                    <a:pt x="1906788" y="605487"/>
                    <a:pt x="1938505" y="606757"/>
                    <a:pt x="1968459" y="606757"/>
                  </a:cubicBezTo>
                  <a:cubicBezTo>
                    <a:pt x="2065370" y="605487"/>
                    <a:pt x="2160519" y="599137"/>
                    <a:pt x="2255089" y="599137"/>
                  </a:cubicBezTo>
                  <a:cubicBezTo>
                    <a:pt x="2258899" y="599137"/>
                    <a:pt x="2263979" y="596597"/>
                    <a:pt x="2267789" y="594057"/>
                  </a:cubicBezTo>
                  <a:cubicBezTo>
                    <a:pt x="2272869" y="590247"/>
                    <a:pt x="2275409" y="583897"/>
                    <a:pt x="2277949" y="581357"/>
                  </a:cubicBezTo>
                  <a:cubicBezTo>
                    <a:pt x="2279219" y="538400"/>
                    <a:pt x="2280489" y="522268"/>
                    <a:pt x="2281759" y="506135"/>
                  </a:cubicBezTo>
                  <a:cubicBezTo>
                    <a:pt x="2283029" y="481167"/>
                    <a:pt x="2293189" y="241480"/>
                    <a:pt x="2294459" y="216513"/>
                  </a:cubicBezTo>
                  <a:cubicBezTo>
                    <a:pt x="2294459" y="201532"/>
                    <a:pt x="2295729" y="186552"/>
                    <a:pt x="2296999" y="171571"/>
                  </a:cubicBezTo>
                  <a:cubicBezTo>
                    <a:pt x="2298269" y="155439"/>
                    <a:pt x="2299539" y="139306"/>
                    <a:pt x="2302079" y="123173"/>
                  </a:cubicBezTo>
                  <a:cubicBezTo>
                    <a:pt x="2303349" y="113570"/>
                    <a:pt x="2303349" y="103583"/>
                    <a:pt x="2308429" y="93980"/>
                  </a:cubicBezTo>
                  <a:cubicBezTo>
                    <a:pt x="2313509" y="82457"/>
                    <a:pt x="2316049" y="71318"/>
                    <a:pt x="2314779" y="44450"/>
                  </a:cubicBezTo>
                  <a:cubicBezTo>
                    <a:pt x="2314779" y="38100"/>
                    <a:pt x="2310969" y="30480"/>
                    <a:pt x="2304619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37824" y="1320562"/>
            <a:ext cx="6164542" cy="135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0"/>
              </a:lnSpc>
            </a:pPr>
            <a:r>
              <a:rPr lang="en-US" b="true" sz="4670" spc="-51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Phá hủy</a:t>
            </a:r>
          </a:p>
          <a:p>
            <a:pPr algn="ctr">
              <a:lnSpc>
                <a:spcPts val="5370"/>
              </a:lnSpc>
            </a:pPr>
            <a:r>
              <a:rPr lang="en-US" b="true" sz="4670" spc="-51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môi trường sống biển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7598" y="4968336"/>
            <a:ext cx="6804994" cy="320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Đại dương là môi trường sống của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nhiều loài động vật. Do các hoạt động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của con người như đánh bắt quá mức,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ô nhiễm nước, nạo vét hoặc xây dựng,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nguồn nước bị nhiễm độc và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môi trường sống của các sinh vật biển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trở nên không thể sống được.</a:t>
            </a:r>
          </a:p>
        </p:txBody>
      </p:sp>
      <p:grpSp>
        <p:nvGrpSpPr>
          <p:cNvPr name="Group 8" id="8"/>
          <p:cNvGrpSpPr/>
          <p:nvPr/>
        </p:nvGrpSpPr>
        <p:grpSpPr>
          <a:xfrm rot="9780">
            <a:off x="10935760" y="2741391"/>
            <a:ext cx="5705703" cy="5669935"/>
            <a:chOff x="0" y="0"/>
            <a:chExt cx="4346882" cy="43196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-1270"/>
              <a:ext cx="4348152" cy="4318362"/>
            </a:xfrm>
            <a:custGeom>
              <a:avLst/>
              <a:gdLst/>
              <a:ahLst/>
              <a:cxnLst/>
              <a:rect r="r" b="b" t="t" l="l"/>
              <a:pathLst>
                <a:path h="4318362" w="4348152">
                  <a:moveTo>
                    <a:pt x="4336722" y="27940"/>
                  </a:moveTo>
                  <a:cubicBezTo>
                    <a:pt x="4327832" y="24130"/>
                    <a:pt x="4318942" y="21590"/>
                    <a:pt x="4310052" y="21590"/>
                  </a:cubicBezTo>
                  <a:cubicBezTo>
                    <a:pt x="4283382" y="20320"/>
                    <a:pt x="4219190" y="20320"/>
                    <a:pt x="4147863" y="17780"/>
                  </a:cubicBezTo>
                  <a:cubicBezTo>
                    <a:pt x="3984831" y="12700"/>
                    <a:pt x="3825195" y="6350"/>
                    <a:pt x="3662163" y="3810"/>
                  </a:cubicBezTo>
                  <a:cubicBezTo>
                    <a:pt x="3529699" y="1270"/>
                    <a:pt x="3400632" y="3810"/>
                    <a:pt x="3268169" y="2540"/>
                  </a:cubicBezTo>
                  <a:cubicBezTo>
                    <a:pt x="3210428" y="2540"/>
                    <a:pt x="3152688" y="0"/>
                    <a:pt x="3094947" y="2540"/>
                  </a:cubicBezTo>
                  <a:cubicBezTo>
                    <a:pt x="2955690" y="10160"/>
                    <a:pt x="2816434" y="11430"/>
                    <a:pt x="2673781" y="8890"/>
                  </a:cubicBezTo>
                  <a:cubicBezTo>
                    <a:pt x="2602454" y="7620"/>
                    <a:pt x="2531127" y="7620"/>
                    <a:pt x="2459801" y="7620"/>
                  </a:cubicBezTo>
                  <a:cubicBezTo>
                    <a:pt x="2330734" y="7620"/>
                    <a:pt x="2201667" y="7620"/>
                    <a:pt x="2072599" y="6350"/>
                  </a:cubicBezTo>
                  <a:cubicBezTo>
                    <a:pt x="1936739" y="5080"/>
                    <a:pt x="598517" y="2540"/>
                    <a:pt x="466053" y="1270"/>
                  </a:cubicBezTo>
                  <a:cubicBezTo>
                    <a:pt x="357365" y="0"/>
                    <a:pt x="252074" y="1270"/>
                    <a:pt x="143386" y="1270"/>
                  </a:cubicBezTo>
                  <a:cubicBezTo>
                    <a:pt x="6866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4425"/>
                    <a:pt x="16510" y="396486"/>
                    <a:pt x="17780" y="585176"/>
                  </a:cubicBezTo>
                  <a:cubicBezTo>
                    <a:pt x="19050" y="777237"/>
                    <a:pt x="17780" y="969297"/>
                    <a:pt x="16510" y="1164727"/>
                  </a:cubicBezTo>
                  <a:cubicBezTo>
                    <a:pt x="15240" y="1363526"/>
                    <a:pt x="2540" y="3449233"/>
                    <a:pt x="2540" y="3648032"/>
                  </a:cubicBezTo>
                  <a:cubicBezTo>
                    <a:pt x="2540" y="3843462"/>
                    <a:pt x="1270" y="4038892"/>
                    <a:pt x="0" y="4234322"/>
                  </a:cubicBezTo>
                  <a:cubicBezTo>
                    <a:pt x="0" y="4263752"/>
                    <a:pt x="3810" y="4273912"/>
                    <a:pt x="15240" y="4278993"/>
                  </a:cubicBezTo>
                  <a:cubicBezTo>
                    <a:pt x="22860" y="4282802"/>
                    <a:pt x="31750" y="4285343"/>
                    <a:pt x="40640" y="4286612"/>
                  </a:cubicBezTo>
                  <a:cubicBezTo>
                    <a:pt x="139989" y="4291693"/>
                    <a:pt x="269056" y="4295502"/>
                    <a:pt x="398123" y="4300582"/>
                  </a:cubicBezTo>
                  <a:cubicBezTo>
                    <a:pt x="469450" y="4303123"/>
                    <a:pt x="540776" y="4308202"/>
                    <a:pt x="612103" y="4309473"/>
                  </a:cubicBezTo>
                  <a:cubicBezTo>
                    <a:pt x="730981" y="4312012"/>
                    <a:pt x="2055617" y="4313282"/>
                    <a:pt x="2174494" y="4314552"/>
                  </a:cubicBezTo>
                  <a:cubicBezTo>
                    <a:pt x="2191477" y="4314552"/>
                    <a:pt x="2208460" y="4314552"/>
                    <a:pt x="2225442" y="4314552"/>
                  </a:cubicBezTo>
                  <a:cubicBezTo>
                    <a:pt x="2306958" y="4314552"/>
                    <a:pt x="2391871" y="4313282"/>
                    <a:pt x="2473387" y="4313282"/>
                  </a:cubicBezTo>
                  <a:cubicBezTo>
                    <a:pt x="2568489" y="4313282"/>
                    <a:pt x="2660194" y="4314552"/>
                    <a:pt x="2755297" y="4314552"/>
                  </a:cubicBezTo>
                  <a:cubicBezTo>
                    <a:pt x="2894553" y="4314552"/>
                    <a:pt x="3037206" y="4314552"/>
                    <a:pt x="3176463" y="4314552"/>
                  </a:cubicBezTo>
                  <a:cubicBezTo>
                    <a:pt x="3305530" y="4314552"/>
                    <a:pt x="3434597" y="4315823"/>
                    <a:pt x="3563664" y="4317093"/>
                  </a:cubicBezTo>
                  <a:cubicBezTo>
                    <a:pt x="3621405" y="4317093"/>
                    <a:pt x="3682542" y="4318362"/>
                    <a:pt x="3740283" y="4318362"/>
                  </a:cubicBezTo>
                  <a:cubicBezTo>
                    <a:pt x="3927090" y="4317093"/>
                    <a:pt x="4110501" y="4310743"/>
                    <a:pt x="4287191" y="4310743"/>
                  </a:cubicBezTo>
                  <a:cubicBezTo>
                    <a:pt x="4291002" y="4310743"/>
                    <a:pt x="4296082" y="4308202"/>
                    <a:pt x="4299891" y="4305662"/>
                  </a:cubicBezTo>
                  <a:cubicBezTo>
                    <a:pt x="4304972" y="4301852"/>
                    <a:pt x="4307511" y="4295502"/>
                    <a:pt x="4310052" y="4292962"/>
                  </a:cubicBezTo>
                  <a:cubicBezTo>
                    <a:pt x="4311322" y="4210735"/>
                    <a:pt x="4312591" y="4069217"/>
                    <a:pt x="4313861" y="3927699"/>
                  </a:cubicBezTo>
                  <a:cubicBezTo>
                    <a:pt x="4315132" y="3708683"/>
                    <a:pt x="4325291" y="1606128"/>
                    <a:pt x="4326561" y="1387112"/>
                  </a:cubicBezTo>
                  <a:cubicBezTo>
                    <a:pt x="4326561" y="1255702"/>
                    <a:pt x="4327832" y="1124293"/>
                    <a:pt x="4329102" y="992883"/>
                  </a:cubicBezTo>
                  <a:cubicBezTo>
                    <a:pt x="4330372" y="851365"/>
                    <a:pt x="4331641" y="709847"/>
                    <a:pt x="4334182" y="568329"/>
                  </a:cubicBezTo>
                  <a:cubicBezTo>
                    <a:pt x="4335452" y="484092"/>
                    <a:pt x="4335452" y="396486"/>
                    <a:pt x="4340532" y="312249"/>
                  </a:cubicBezTo>
                  <a:cubicBezTo>
                    <a:pt x="4345611" y="211164"/>
                    <a:pt x="4348152" y="113449"/>
                    <a:pt x="4346882" y="44450"/>
                  </a:cubicBezTo>
                  <a:cubicBezTo>
                    <a:pt x="4346882" y="38100"/>
                    <a:pt x="4343072" y="30480"/>
                    <a:pt x="4336722" y="27940"/>
                  </a:cubicBezTo>
                  <a:close/>
                </a:path>
              </a:pathLst>
            </a:custGeom>
            <a:solidFill>
              <a:srgbClr val="F6E8C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512724">
            <a:off x="15541042" y="5306598"/>
            <a:ext cx="2159340" cy="539522"/>
            <a:chOff x="0" y="0"/>
            <a:chExt cx="1437900" cy="359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-1270"/>
              <a:ext cx="1439170" cy="357996"/>
            </a:xfrm>
            <a:custGeom>
              <a:avLst/>
              <a:gdLst/>
              <a:ahLst/>
              <a:cxnLst/>
              <a:rect r="r" b="b" t="t" l="l"/>
              <a:pathLst>
                <a:path h="357996" w="1439170">
                  <a:moveTo>
                    <a:pt x="1427740" y="27940"/>
                  </a:moveTo>
                  <a:cubicBezTo>
                    <a:pt x="1418850" y="24130"/>
                    <a:pt x="1409960" y="21590"/>
                    <a:pt x="1401070" y="21590"/>
                  </a:cubicBezTo>
                  <a:cubicBezTo>
                    <a:pt x="1374400" y="20320"/>
                    <a:pt x="1352891" y="20320"/>
                    <a:pt x="1330700" y="17780"/>
                  </a:cubicBezTo>
                  <a:cubicBezTo>
                    <a:pt x="1279977" y="12700"/>
                    <a:pt x="1230312" y="6350"/>
                    <a:pt x="1179589" y="3810"/>
                  </a:cubicBezTo>
                  <a:cubicBezTo>
                    <a:pt x="1138377" y="1270"/>
                    <a:pt x="1098222" y="3810"/>
                    <a:pt x="1057010" y="2540"/>
                  </a:cubicBezTo>
                  <a:cubicBezTo>
                    <a:pt x="1039046" y="2540"/>
                    <a:pt x="1021082" y="0"/>
                    <a:pt x="1003118" y="2540"/>
                  </a:cubicBezTo>
                  <a:cubicBezTo>
                    <a:pt x="959793" y="10160"/>
                    <a:pt x="916467" y="11430"/>
                    <a:pt x="872085" y="8890"/>
                  </a:cubicBezTo>
                  <a:cubicBezTo>
                    <a:pt x="849894" y="7620"/>
                    <a:pt x="827703" y="7620"/>
                    <a:pt x="805512" y="7620"/>
                  </a:cubicBezTo>
                  <a:cubicBezTo>
                    <a:pt x="765357" y="7620"/>
                    <a:pt x="725202" y="7620"/>
                    <a:pt x="685047" y="6350"/>
                  </a:cubicBezTo>
                  <a:cubicBezTo>
                    <a:pt x="642778" y="5080"/>
                    <a:pt x="226432" y="2540"/>
                    <a:pt x="185221" y="1270"/>
                  </a:cubicBezTo>
                  <a:cubicBezTo>
                    <a:pt x="151406" y="0"/>
                    <a:pt x="118647" y="1270"/>
                    <a:pt x="84833" y="1270"/>
                  </a:cubicBezTo>
                  <a:cubicBezTo>
                    <a:pt x="61585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3463"/>
                    <a:pt x="16510" y="83952"/>
                    <a:pt x="17780" y="94258"/>
                  </a:cubicBezTo>
                  <a:cubicBezTo>
                    <a:pt x="19050" y="104747"/>
                    <a:pt x="17780" y="115237"/>
                    <a:pt x="16510" y="125911"/>
                  </a:cubicBezTo>
                  <a:cubicBezTo>
                    <a:pt x="15240" y="136768"/>
                    <a:pt x="2540" y="250681"/>
                    <a:pt x="2540" y="261539"/>
                  </a:cubicBezTo>
                  <a:cubicBezTo>
                    <a:pt x="2540" y="272213"/>
                    <a:pt x="1270" y="282886"/>
                    <a:pt x="0" y="293560"/>
                  </a:cubicBezTo>
                  <a:cubicBezTo>
                    <a:pt x="0" y="303386"/>
                    <a:pt x="3810" y="313546"/>
                    <a:pt x="15240" y="318627"/>
                  </a:cubicBezTo>
                  <a:cubicBezTo>
                    <a:pt x="22860" y="322436"/>
                    <a:pt x="31750" y="324977"/>
                    <a:pt x="40640" y="326246"/>
                  </a:cubicBezTo>
                  <a:cubicBezTo>
                    <a:pt x="83776" y="331327"/>
                    <a:pt x="123931" y="335136"/>
                    <a:pt x="164086" y="340217"/>
                  </a:cubicBezTo>
                  <a:cubicBezTo>
                    <a:pt x="186277" y="342756"/>
                    <a:pt x="208468" y="347836"/>
                    <a:pt x="230659" y="349106"/>
                  </a:cubicBezTo>
                  <a:cubicBezTo>
                    <a:pt x="267644" y="351646"/>
                    <a:pt x="679763" y="352917"/>
                    <a:pt x="716748" y="354186"/>
                  </a:cubicBezTo>
                  <a:cubicBezTo>
                    <a:pt x="722032" y="354186"/>
                    <a:pt x="727315" y="354186"/>
                    <a:pt x="732599" y="354186"/>
                  </a:cubicBezTo>
                  <a:cubicBezTo>
                    <a:pt x="757960" y="354186"/>
                    <a:pt x="784378" y="352917"/>
                    <a:pt x="809739" y="352917"/>
                  </a:cubicBezTo>
                  <a:cubicBezTo>
                    <a:pt x="839327" y="352917"/>
                    <a:pt x="867858" y="354186"/>
                    <a:pt x="897446" y="354186"/>
                  </a:cubicBezTo>
                  <a:cubicBezTo>
                    <a:pt x="940772" y="354186"/>
                    <a:pt x="985154" y="354186"/>
                    <a:pt x="1028479" y="354186"/>
                  </a:cubicBezTo>
                  <a:cubicBezTo>
                    <a:pt x="1068634" y="354186"/>
                    <a:pt x="1108789" y="355456"/>
                    <a:pt x="1148945" y="356727"/>
                  </a:cubicBezTo>
                  <a:cubicBezTo>
                    <a:pt x="1166909" y="356727"/>
                    <a:pt x="1185930" y="357996"/>
                    <a:pt x="1203894" y="357996"/>
                  </a:cubicBezTo>
                  <a:cubicBezTo>
                    <a:pt x="1262013" y="356727"/>
                    <a:pt x="1319076" y="350377"/>
                    <a:pt x="1378210" y="350377"/>
                  </a:cubicBezTo>
                  <a:cubicBezTo>
                    <a:pt x="1382020" y="350377"/>
                    <a:pt x="1387100" y="347836"/>
                    <a:pt x="1390910" y="345296"/>
                  </a:cubicBezTo>
                  <a:cubicBezTo>
                    <a:pt x="1395990" y="341486"/>
                    <a:pt x="1398530" y="335136"/>
                    <a:pt x="1401070" y="332596"/>
                  </a:cubicBezTo>
                  <a:cubicBezTo>
                    <a:pt x="1402340" y="292272"/>
                    <a:pt x="1403610" y="284543"/>
                    <a:pt x="1404880" y="276813"/>
                  </a:cubicBezTo>
                  <a:cubicBezTo>
                    <a:pt x="1406150" y="264852"/>
                    <a:pt x="1416310" y="150018"/>
                    <a:pt x="1417580" y="138056"/>
                  </a:cubicBezTo>
                  <a:cubicBezTo>
                    <a:pt x="1417580" y="130879"/>
                    <a:pt x="1418850" y="123702"/>
                    <a:pt x="1420120" y="116525"/>
                  </a:cubicBezTo>
                  <a:cubicBezTo>
                    <a:pt x="1421390" y="108796"/>
                    <a:pt x="1422660" y="101067"/>
                    <a:pt x="1425200" y="93338"/>
                  </a:cubicBezTo>
                  <a:cubicBezTo>
                    <a:pt x="1426470" y="88737"/>
                    <a:pt x="1426470" y="83952"/>
                    <a:pt x="1431550" y="79352"/>
                  </a:cubicBezTo>
                  <a:cubicBezTo>
                    <a:pt x="1436630" y="73831"/>
                    <a:pt x="1439170" y="68494"/>
                    <a:pt x="1437900" y="44450"/>
                  </a:cubicBezTo>
                  <a:cubicBezTo>
                    <a:pt x="1437900" y="38100"/>
                    <a:pt x="1434090" y="30480"/>
                    <a:pt x="1427740" y="27940"/>
                  </a:cubicBezTo>
                  <a:close/>
                </a:path>
              </a:pathLst>
            </a:custGeom>
            <a:solidFill>
              <a:srgbClr val="49846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5569628">
            <a:off x="9848036" y="5494295"/>
            <a:ext cx="2159340" cy="539522"/>
            <a:chOff x="0" y="0"/>
            <a:chExt cx="1437900" cy="3592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-1270"/>
              <a:ext cx="1439170" cy="357996"/>
            </a:xfrm>
            <a:custGeom>
              <a:avLst/>
              <a:gdLst/>
              <a:ahLst/>
              <a:cxnLst/>
              <a:rect r="r" b="b" t="t" l="l"/>
              <a:pathLst>
                <a:path h="357996" w="1439170">
                  <a:moveTo>
                    <a:pt x="1427740" y="27940"/>
                  </a:moveTo>
                  <a:cubicBezTo>
                    <a:pt x="1418850" y="24130"/>
                    <a:pt x="1409960" y="21590"/>
                    <a:pt x="1401070" y="21590"/>
                  </a:cubicBezTo>
                  <a:cubicBezTo>
                    <a:pt x="1374400" y="20320"/>
                    <a:pt x="1352891" y="20320"/>
                    <a:pt x="1330700" y="17780"/>
                  </a:cubicBezTo>
                  <a:cubicBezTo>
                    <a:pt x="1279977" y="12700"/>
                    <a:pt x="1230312" y="6350"/>
                    <a:pt x="1179589" y="3810"/>
                  </a:cubicBezTo>
                  <a:cubicBezTo>
                    <a:pt x="1138377" y="1270"/>
                    <a:pt x="1098222" y="3810"/>
                    <a:pt x="1057010" y="2540"/>
                  </a:cubicBezTo>
                  <a:cubicBezTo>
                    <a:pt x="1039046" y="2540"/>
                    <a:pt x="1021082" y="0"/>
                    <a:pt x="1003118" y="2540"/>
                  </a:cubicBezTo>
                  <a:cubicBezTo>
                    <a:pt x="959793" y="10160"/>
                    <a:pt x="916467" y="11430"/>
                    <a:pt x="872085" y="8890"/>
                  </a:cubicBezTo>
                  <a:cubicBezTo>
                    <a:pt x="849894" y="7620"/>
                    <a:pt x="827703" y="7620"/>
                    <a:pt x="805512" y="7620"/>
                  </a:cubicBezTo>
                  <a:cubicBezTo>
                    <a:pt x="765357" y="7620"/>
                    <a:pt x="725202" y="7620"/>
                    <a:pt x="685047" y="6350"/>
                  </a:cubicBezTo>
                  <a:cubicBezTo>
                    <a:pt x="642778" y="5080"/>
                    <a:pt x="226432" y="2540"/>
                    <a:pt x="185221" y="1270"/>
                  </a:cubicBezTo>
                  <a:cubicBezTo>
                    <a:pt x="151406" y="0"/>
                    <a:pt x="118647" y="1270"/>
                    <a:pt x="84833" y="1270"/>
                  </a:cubicBezTo>
                  <a:cubicBezTo>
                    <a:pt x="61585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3463"/>
                    <a:pt x="16510" y="83952"/>
                    <a:pt x="17780" y="94258"/>
                  </a:cubicBezTo>
                  <a:cubicBezTo>
                    <a:pt x="19050" y="104747"/>
                    <a:pt x="17780" y="115237"/>
                    <a:pt x="16510" y="125911"/>
                  </a:cubicBezTo>
                  <a:cubicBezTo>
                    <a:pt x="15240" y="136768"/>
                    <a:pt x="2540" y="250681"/>
                    <a:pt x="2540" y="261539"/>
                  </a:cubicBezTo>
                  <a:cubicBezTo>
                    <a:pt x="2540" y="272213"/>
                    <a:pt x="1270" y="282886"/>
                    <a:pt x="0" y="293560"/>
                  </a:cubicBezTo>
                  <a:cubicBezTo>
                    <a:pt x="0" y="303386"/>
                    <a:pt x="3810" y="313546"/>
                    <a:pt x="15240" y="318627"/>
                  </a:cubicBezTo>
                  <a:cubicBezTo>
                    <a:pt x="22860" y="322436"/>
                    <a:pt x="31750" y="324977"/>
                    <a:pt x="40640" y="326246"/>
                  </a:cubicBezTo>
                  <a:cubicBezTo>
                    <a:pt x="83776" y="331327"/>
                    <a:pt x="123931" y="335136"/>
                    <a:pt x="164086" y="340217"/>
                  </a:cubicBezTo>
                  <a:cubicBezTo>
                    <a:pt x="186277" y="342756"/>
                    <a:pt x="208468" y="347836"/>
                    <a:pt x="230659" y="349106"/>
                  </a:cubicBezTo>
                  <a:cubicBezTo>
                    <a:pt x="267644" y="351646"/>
                    <a:pt x="679763" y="352917"/>
                    <a:pt x="716748" y="354186"/>
                  </a:cubicBezTo>
                  <a:cubicBezTo>
                    <a:pt x="722032" y="354186"/>
                    <a:pt x="727315" y="354186"/>
                    <a:pt x="732599" y="354186"/>
                  </a:cubicBezTo>
                  <a:cubicBezTo>
                    <a:pt x="757960" y="354186"/>
                    <a:pt x="784378" y="352917"/>
                    <a:pt x="809739" y="352917"/>
                  </a:cubicBezTo>
                  <a:cubicBezTo>
                    <a:pt x="839327" y="352917"/>
                    <a:pt x="867858" y="354186"/>
                    <a:pt x="897446" y="354186"/>
                  </a:cubicBezTo>
                  <a:cubicBezTo>
                    <a:pt x="940772" y="354186"/>
                    <a:pt x="985154" y="354186"/>
                    <a:pt x="1028479" y="354186"/>
                  </a:cubicBezTo>
                  <a:cubicBezTo>
                    <a:pt x="1068634" y="354186"/>
                    <a:pt x="1108789" y="355456"/>
                    <a:pt x="1148945" y="356727"/>
                  </a:cubicBezTo>
                  <a:cubicBezTo>
                    <a:pt x="1166909" y="356727"/>
                    <a:pt x="1185930" y="357996"/>
                    <a:pt x="1203894" y="357996"/>
                  </a:cubicBezTo>
                  <a:cubicBezTo>
                    <a:pt x="1262013" y="356727"/>
                    <a:pt x="1319076" y="350377"/>
                    <a:pt x="1378210" y="350377"/>
                  </a:cubicBezTo>
                  <a:cubicBezTo>
                    <a:pt x="1382020" y="350377"/>
                    <a:pt x="1387100" y="347836"/>
                    <a:pt x="1390910" y="345296"/>
                  </a:cubicBezTo>
                  <a:cubicBezTo>
                    <a:pt x="1395990" y="341486"/>
                    <a:pt x="1398530" y="335136"/>
                    <a:pt x="1401070" y="332596"/>
                  </a:cubicBezTo>
                  <a:cubicBezTo>
                    <a:pt x="1402340" y="292272"/>
                    <a:pt x="1403610" y="284543"/>
                    <a:pt x="1404880" y="276813"/>
                  </a:cubicBezTo>
                  <a:cubicBezTo>
                    <a:pt x="1406150" y="264852"/>
                    <a:pt x="1416310" y="150018"/>
                    <a:pt x="1417580" y="138056"/>
                  </a:cubicBezTo>
                  <a:cubicBezTo>
                    <a:pt x="1417580" y="130879"/>
                    <a:pt x="1418850" y="123702"/>
                    <a:pt x="1420120" y="116525"/>
                  </a:cubicBezTo>
                  <a:cubicBezTo>
                    <a:pt x="1421390" y="108796"/>
                    <a:pt x="1422660" y="101067"/>
                    <a:pt x="1425200" y="93338"/>
                  </a:cubicBezTo>
                  <a:cubicBezTo>
                    <a:pt x="1426470" y="88737"/>
                    <a:pt x="1426470" y="83952"/>
                    <a:pt x="1431550" y="79352"/>
                  </a:cubicBezTo>
                  <a:cubicBezTo>
                    <a:pt x="1436630" y="73831"/>
                    <a:pt x="1439170" y="68494"/>
                    <a:pt x="1437900" y="44450"/>
                  </a:cubicBezTo>
                  <a:cubicBezTo>
                    <a:pt x="1437900" y="38100"/>
                    <a:pt x="1434090" y="30480"/>
                    <a:pt x="1427740" y="27940"/>
                  </a:cubicBezTo>
                  <a:close/>
                </a:path>
              </a:pathLst>
            </a:custGeom>
            <a:solidFill>
              <a:srgbClr val="498463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24448">
            <a:off x="11603488" y="3359281"/>
            <a:ext cx="4370247" cy="4434156"/>
            <a:chOff x="0" y="0"/>
            <a:chExt cx="2952750" cy="29959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2"/>
              <a:stretch>
                <a:fillRect l="-26222" t="0" r="-26222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605373" y="1887018"/>
            <a:ext cx="4366477" cy="58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7"/>
              </a:lnSpc>
              <a:spcBef>
                <a:spcPct val="0"/>
              </a:spcBef>
            </a:pPr>
            <a:r>
              <a:rPr lang="en-US" sz="1775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Bạn có biết rằng rạn san hô Great Barrier</a:t>
            </a:r>
          </a:p>
          <a:p>
            <a:pPr algn="l">
              <a:lnSpc>
                <a:spcPts val="2307"/>
              </a:lnSpc>
              <a:spcBef>
                <a:spcPct val="0"/>
              </a:spcBef>
            </a:pPr>
            <a:r>
              <a:rPr lang="en-US" sz="1775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ở Úc đang có nguy cơ chết không?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45197" y="8583256"/>
            <a:ext cx="4886828" cy="58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775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Khi san hô chết, nhiều loài cá, động vật có vỏ</a:t>
            </a:r>
          </a:p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775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và động vật thân mềm sẽ mất nơi sinh sống.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306418" y="3460065"/>
            <a:ext cx="2227354" cy="1121632"/>
          </a:xfrm>
          <a:custGeom>
            <a:avLst/>
            <a:gdLst/>
            <a:ahLst/>
            <a:cxnLst/>
            <a:rect r="r" b="b" t="t" l="l"/>
            <a:pathLst>
              <a:path h="1121632" w="2227354">
                <a:moveTo>
                  <a:pt x="0" y="0"/>
                </a:moveTo>
                <a:lnTo>
                  <a:pt x="2227354" y="0"/>
                </a:lnTo>
                <a:lnTo>
                  <a:pt x="2227354" y="1121632"/>
                </a:lnTo>
                <a:lnTo>
                  <a:pt x="0" y="1121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780">
            <a:off x="8486680" y="1995388"/>
            <a:ext cx="8762449" cy="7161940"/>
            <a:chOff x="0" y="0"/>
            <a:chExt cx="5335761" cy="4361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5337031" cy="4359885"/>
            </a:xfrm>
            <a:custGeom>
              <a:avLst/>
              <a:gdLst/>
              <a:ahLst/>
              <a:cxnLst/>
              <a:rect r="r" b="b" t="t" l="l"/>
              <a:pathLst>
                <a:path h="4359885" w="5337031">
                  <a:moveTo>
                    <a:pt x="5325601" y="27940"/>
                  </a:moveTo>
                  <a:cubicBezTo>
                    <a:pt x="5316711" y="24130"/>
                    <a:pt x="5307821" y="21590"/>
                    <a:pt x="5298931" y="21590"/>
                  </a:cubicBezTo>
                  <a:cubicBezTo>
                    <a:pt x="5272261" y="20320"/>
                    <a:pt x="5193559" y="20320"/>
                    <a:pt x="5105529" y="17780"/>
                  </a:cubicBezTo>
                  <a:cubicBezTo>
                    <a:pt x="4904319" y="12700"/>
                    <a:pt x="4707300" y="6350"/>
                    <a:pt x="4506089" y="3810"/>
                  </a:cubicBezTo>
                  <a:cubicBezTo>
                    <a:pt x="4342605" y="1270"/>
                    <a:pt x="4183314" y="3810"/>
                    <a:pt x="4019830" y="2540"/>
                  </a:cubicBezTo>
                  <a:cubicBezTo>
                    <a:pt x="3948568" y="2540"/>
                    <a:pt x="3877306" y="0"/>
                    <a:pt x="3806043" y="2540"/>
                  </a:cubicBezTo>
                  <a:cubicBezTo>
                    <a:pt x="3634176" y="10160"/>
                    <a:pt x="3462308" y="11430"/>
                    <a:pt x="3286249" y="8890"/>
                  </a:cubicBezTo>
                  <a:cubicBezTo>
                    <a:pt x="3198219" y="7620"/>
                    <a:pt x="3110189" y="7620"/>
                    <a:pt x="3022160" y="7620"/>
                  </a:cubicBezTo>
                  <a:cubicBezTo>
                    <a:pt x="2862868" y="7620"/>
                    <a:pt x="2703576" y="7620"/>
                    <a:pt x="2544284" y="6350"/>
                  </a:cubicBezTo>
                  <a:cubicBezTo>
                    <a:pt x="2376609" y="5080"/>
                    <a:pt x="725003" y="2540"/>
                    <a:pt x="561520" y="1270"/>
                  </a:cubicBezTo>
                  <a:cubicBezTo>
                    <a:pt x="427379" y="0"/>
                    <a:pt x="297431" y="1270"/>
                    <a:pt x="163290" y="1270"/>
                  </a:cubicBezTo>
                  <a:cubicBezTo>
                    <a:pt x="71068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159098" y="4333215"/>
                    <a:pt x="318390" y="4337025"/>
                    <a:pt x="477682" y="4342105"/>
                  </a:cubicBezTo>
                  <a:cubicBezTo>
                    <a:pt x="565711" y="4344645"/>
                    <a:pt x="653741" y="4349725"/>
                    <a:pt x="741771" y="4350995"/>
                  </a:cubicBezTo>
                  <a:cubicBezTo>
                    <a:pt x="888487" y="4353535"/>
                    <a:pt x="2523325" y="4354805"/>
                    <a:pt x="2670041" y="4356075"/>
                  </a:cubicBezTo>
                  <a:cubicBezTo>
                    <a:pt x="2691000" y="4356075"/>
                    <a:pt x="2711960" y="4356075"/>
                    <a:pt x="2732919" y="4356075"/>
                  </a:cubicBezTo>
                  <a:cubicBezTo>
                    <a:pt x="2833525" y="4356075"/>
                    <a:pt x="2938322" y="4354805"/>
                    <a:pt x="3038927" y="4354805"/>
                  </a:cubicBezTo>
                  <a:cubicBezTo>
                    <a:pt x="3156300" y="4354805"/>
                    <a:pt x="3269481" y="4356075"/>
                    <a:pt x="3386854" y="4356075"/>
                  </a:cubicBezTo>
                  <a:cubicBezTo>
                    <a:pt x="3558722" y="4356075"/>
                    <a:pt x="3734781" y="4356075"/>
                    <a:pt x="3906649" y="4356075"/>
                  </a:cubicBezTo>
                  <a:cubicBezTo>
                    <a:pt x="4065940" y="4356075"/>
                    <a:pt x="4225232" y="4357345"/>
                    <a:pt x="4384524" y="4358615"/>
                  </a:cubicBezTo>
                  <a:cubicBezTo>
                    <a:pt x="4455786" y="4358615"/>
                    <a:pt x="4531240" y="4359885"/>
                    <a:pt x="4602502" y="4359885"/>
                  </a:cubicBezTo>
                  <a:cubicBezTo>
                    <a:pt x="4833057" y="4358615"/>
                    <a:pt x="5059419" y="4352265"/>
                    <a:pt x="5276071" y="4352265"/>
                  </a:cubicBezTo>
                  <a:cubicBezTo>
                    <a:pt x="5279881" y="4352265"/>
                    <a:pt x="5284961" y="4349725"/>
                    <a:pt x="5288771" y="4347185"/>
                  </a:cubicBezTo>
                  <a:cubicBezTo>
                    <a:pt x="5293851" y="4343375"/>
                    <a:pt x="5296391" y="4337025"/>
                    <a:pt x="5298931" y="4334485"/>
                  </a:cubicBezTo>
                  <a:cubicBezTo>
                    <a:pt x="5300201" y="4251818"/>
                    <a:pt x="5301471" y="4108898"/>
                    <a:pt x="5302741" y="3965977"/>
                  </a:cubicBezTo>
                  <a:cubicBezTo>
                    <a:pt x="5304011" y="3744790"/>
                    <a:pt x="5314171" y="1621395"/>
                    <a:pt x="5315441" y="1400208"/>
                  </a:cubicBezTo>
                  <a:cubicBezTo>
                    <a:pt x="5315441" y="1267496"/>
                    <a:pt x="5316711" y="1134784"/>
                    <a:pt x="5317981" y="1002071"/>
                  </a:cubicBezTo>
                  <a:cubicBezTo>
                    <a:pt x="5319251" y="859151"/>
                    <a:pt x="5320521" y="716230"/>
                    <a:pt x="5323061" y="573309"/>
                  </a:cubicBezTo>
                  <a:cubicBezTo>
                    <a:pt x="5324331" y="488237"/>
                    <a:pt x="5324331" y="399762"/>
                    <a:pt x="5329411" y="314690"/>
                  </a:cubicBezTo>
                  <a:cubicBezTo>
                    <a:pt x="5334491" y="212604"/>
                    <a:pt x="5337031" y="113921"/>
                    <a:pt x="5335761" y="44450"/>
                  </a:cubicBezTo>
                  <a:cubicBezTo>
                    <a:pt x="5335761" y="38100"/>
                    <a:pt x="5331951" y="30480"/>
                    <a:pt x="532560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091" y="1117221"/>
            <a:ext cx="6591627" cy="1731435"/>
            <a:chOff x="0" y="0"/>
            <a:chExt cx="2314779" cy="6080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2316049" cy="606757"/>
            </a:xfrm>
            <a:custGeom>
              <a:avLst/>
              <a:gdLst/>
              <a:ahLst/>
              <a:cxnLst/>
              <a:rect r="r" b="b" t="t" l="l"/>
              <a:pathLst>
                <a:path h="606757" w="2316049">
                  <a:moveTo>
                    <a:pt x="2304619" y="27940"/>
                  </a:moveTo>
                  <a:cubicBezTo>
                    <a:pt x="2295729" y="24130"/>
                    <a:pt x="2286839" y="21590"/>
                    <a:pt x="2277949" y="21590"/>
                  </a:cubicBezTo>
                  <a:cubicBezTo>
                    <a:pt x="2251279" y="20320"/>
                    <a:pt x="2216903" y="20320"/>
                    <a:pt x="2179901" y="17780"/>
                  </a:cubicBezTo>
                  <a:cubicBezTo>
                    <a:pt x="2095324" y="12700"/>
                    <a:pt x="2012510" y="6350"/>
                    <a:pt x="1927933" y="3810"/>
                  </a:cubicBezTo>
                  <a:cubicBezTo>
                    <a:pt x="1859214" y="1270"/>
                    <a:pt x="1792257" y="3810"/>
                    <a:pt x="1723539" y="2540"/>
                  </a:cubicBezTo>
                  <a:cubicBezTo>
                    <a:pt x="1693584" y="2540"/>
                    <a:pt x="1663630" y="0"/>
                    <a:pt x="1633676" y="2540"/>
                  </a:cubicBezTo>
                  <a:cubicBezTo>
                    <a:pt x="1561433" y="10160"/>
                    <a:pt x="1489190" y="11430"/>
                    <a:pt x="1415186" y="8890"/>
                  </a:cubicBezTo>
                  <a:cubicBezTo>
                    <a:pt x="1378183" y="7620"/>
                    <a:pt x="1341181" y="7620"/>
                    <a:pt x="1304179" y="7620"/>
                  </a:cubicBezTo>
                  <a:cubicBezTo>
                    <a:pt x="1237222" y="7620"/>
                    <a:pt x="1170265" y="7620"/>
                    <a:pt x="1103309" y="6350"/>
                  </a:cubicBezTo>
                  <a:cubicBezTo>
                    <a:pt x="1032828" y="5080"/>
                    <a:pt x="338593" y="2540"/>
                    <a:pt x="269874" y="1270"/>
                  </a:cubicBezTo>
                  <a:cubicBezTo>
                    <a:pt x="213490" y="0"/>
                    <a:pt x="158867" y="1270"/>
                    <a:pt x="102483" y="1270"/>
                  </a:cubicBezTo>
                  <a:cubicBezTo>
                    <a:pt x="63718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81689"/>
                    <a:pt x="16510" y="103583"/>
                    <a:pt x="17780" y="125094"/>
                  </a:cubicBezTo>
                  <a:cubicBezTo>
                    <a:pt x="19050" y="146988"/>
                    <a:pt x="17780" y="168883"/>
                    <a:pt x="16510" y="191161"/>
                  </a:cubicBezTo>
                  <a:cubicBezTo>
                    <a:pt x="15240" y="213824"/>
                    <a:pt x="2540" y="451591"/>
                    <a:pt x="2540" y="474253"/>
                  </a:cubicBezTo>
                  <a:cubicBezTo>
                    <a:pt x="2540" y="496532"/>
                    <a:pt x="1270" y="518811"/>
                    <a:pt x="0" y="541089"/>
                  </a:cubicBezTo>
                  <a:cubicBezTo>
                    <a:pt x="0" y="552147"/>
                    <a:pt x="3810" y="562307"/>
                    <a:pt x="15240" y="567387"/>
                  </a:cubicBezTo>
                  <a:cubicBezTo>
                    <a:pt x="22860" y="571197"/>
                    <a:pt x="31750" y="573737"/>
                    <a:pt x="40640" y="575007"/>
                  </a:cubicBezTo>
                  <a:cubicBezTo>
                    <a:pt x="100721" y="580087"/>
                    <a:pt x="167677" y="583897"/>
                    <a:pt x="234634" y="588977"/>
                  </a:cubicBezTo>
                  <a:cubicBezTo>
                    <a:pt x="271636" y="591517"/>
                    <a:pt x="308639" y="596597"/>
                    <a:pt x="345641" y="597867"/>
                  </a:cubicBezTo>
                  <a:cubicBezTo>
                    <a:pt x="407312" y="600407"/>
                    <a:pt x="1094498" y="601677"/>
                    <a:pt x="1156169" y="602947"/>
                  </a:cubicBezTo>
                  <a:cubicBezTo>
                    <a:pt x="1164979" y="602947"/>
                    <a:pt x="1173789" y="602947"/>
                    <a:pt x="1182599" y="602947"/>
                  </a:cubicBezTo>
                  <a:cubicBezTo>
                    <a:pt x="1224888" y="602947"/>
                    <a:pt x="1268938" y="601677"/>
                    <a:pt x="1311226" y="601677"/>
                  </a:cubicBezTo>
                  <a:cubicBezTo>
                    <a:pt x="1360563" y="601677"/>
                    <a:pt x="1408137" y="602947"/>
                    <a:pt x="1457474" y="602947"/>
                  </a:cubicBezTo>
                  <a:cubicBezTo>
                    <a:pt x="1529717" y="602947"/>
                    <a:pt x="1603721" y="602947"/>
                    <a:pt x="1675964" y="602947"/>
                  </a:cubicBezTo>
                  <a:cubicBezTo>
                    <a:pt x="1742921" y="602947"/>
                    <a:pt x="1809877" y="604217"/>
                    <a:pt x="1876834" y="605487"/>
                  </a:cubicBezTo>
                  <a:cubicBezTo>
                    <a:pt x="1906788" y="605487"/>
                    <a:pt x="1938505" y="606757"/>
                    <a:pt x="1968459" y="606757"/>
                  </a:cubicBezTo>
                  <a:cubicBezTo>
                    <a:pt x="2065370" y="605487"/>
                    <a:pt x="2160519" y="599137"/>
                    <a:pt x="2255089" y="599137"/>
                  </a:cubicBezTo>
                  <a:cubicBezTo>
                    <a:pt x="2258899" y="599137"/>
                    <a:pt x="2263979" y="596597"/>
                    <a:pt x="2267789" y="594057"/>
                  </a:cubicBezTo>
                  <a:cubicBezTo>
                    <a:pt x="2272869" y="590247"/>
                    <a:pt x="2275409" y="583897"/>
                    <a:pt x="2277949" y="581357"/>
                  </a:cubicBezTo>
                  <a:cubicBezTo>
                    <a:pt x="2279219" y="538400"/>
                    <a:pt x="2280489" y="522268"/>
                    <a:pt x="2281759" y="506135"/>
                  </a:cubicBezTo>
                  <a:cubicBezTo>
                    <a:pt x="2283029" y="481167"/>
                    <a:pt x="2293189" y="241480"/>
                    <a:pt x="2294459" y="216513"/>
                  </a:cubicBezTo>
                  <a:cubicBezTo>
                    <a:pt x="2294459" y="201532"/>
                    <a:pt x="2295729" y="186552"/>
                    <a:pt x="2296999" y="171571"/>
                  </a:cubicBezTo>
                  <a:cubicBezTo>
                    <a:pt x="2298269" y="155439"/>
                    <a:pt x="2299539" y="139306"/>
                    <a:pt x="2302079" y="123173"/>
                  </a:cubicBezTo>
                  <a:cubicBezTo>
                    <a:pt x="2303349" y="113570"/>
                    <a:pt x="2303349" y="103583"/>
                    <a:pt x="2308429" y="93980"/>
                  </a:cubicBezTo>
                  <a:cubicBezTo>
                    <a:pt x="2313509" y="82457"/>
                    <a:pt x="2316049" y="71318"/>
                    <a:pt x="2314779" y="44450"/>
                  </a:cubicBezTo>
                  <a:cubicBezTo>
                    <a:pt x="2314779" y="38100"/>
                    <a:pt x="2310969" y="30480"/>
                    <a:pt x="2304619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grpSp>
        <p:nvGrpSpPr>
          <p:cNvPr name="Group 6" id="6"/>
          <p:cNvGrpSpPr/>
          <p:nvPr/>
        </p:nvGrpSpPr>
        <p:grpSpPr>
          <a:xfrm rot="9780">
            <a:off x="1368276" y="2547139"/>
            <a:ext cx="5705703" cy="5669935"/>
            <a:chOff x="0" y="0"/>
            <a:chExt cx="4346882" cy="43196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1270"/>
              <a:ext cx="4348152" cy="4318362"/>
            </a:xfrm>
            <a:custGeom>
              <a:avLst/>
              <a:gdLst/>
              <a:ahLst/>
              <a:cxnLst/>
              <a:rect r="r" b="b" t="t" l="l"/>
              <a:pathLst>
                <a:path h="4318362" w="4348152">
                  <a:moveTo>
                    <a:pt x="4336722" y="27940"/>
                  </a:moveTo>
                  <a:cubicBezTo>
                    <a:pt x="4327832" y="24130"/>
                    <a:pt x="4318942" y="21590"/>
                    <a:pt x="4310052" y="21590"/>
                  </a:cubicBezTo>
                  <a:cubicBezTo>
                    <a:pt x="4283382" y="20320"/>
                    <a:pt x="4219190" y="20320"/>
                    <a:pt x="4147863" y="17780"/>
                  </a:cubicBezTo>
                  <a:cubicBezTo>
                    <a:pt x="3984831" y="12700"/>
                    <a:pt x="3825195" y="6350"/>
                    <a:pt x="3662163" y="3810"/>
                  </a:cubicBezTo>
                  <a:cubicBezTo>
                    <a:pt x="3529699" y="1270"/>
                    <a:pt x="3400632" y="3810"/>
                    <a:pt x="3268169" y="2540"/>
                  </a:cubicBezTo>
                  <a:cubicBezTo>
                    <a:pt x="3210428" y="2540"/>
                    <a:pt x="3152688" y="0"/>
                    <a:pt x="3094947" y="2540"/>
                  </a:cubicBezTo>
                  <a:cubicBezTo>
                    <a:pt x="2955690" y="10160"/>
                    <a:pt x="2816434" y="11430"/>
                    <a:pt x="2673781" y="8890"/>
                  </a:cubicBezTo>
                  <a:cubicBezTo>
                    <a:pt x="2602454" y="7620"/>
                    <a:pt x="2531127" y="7620"/>
                    <a:pt x="2459801" y="7620"/>
                  </a:cubicBezTo>
                  <a:cubicBezTo>
                    <a:pt x="2330734" y="7620"/>
                    <a:pt x="2201667" y="7620"/>
                    <a:pt x="2072599" y="6350"/>
                  </a:cubicBezTo>
                  <a:cubicBezTo>
                    <a:pt x="1936739" y="5080"/>
                    <a:pt x="598517" y="2540"/>
                    <a:pt x="466053" y="1270"/>
                  </a:cubicBezTo>
                  <a:cubicBezTo>
                    <a:pt x="357365" y="0"/>
                    <a:pt x="252074" y="1270"/>
                    <a:pt x="143386" y="1270"/>
                  </a:cubicBezTo>
                  <a:cubicBezTo>
                    <a:pt x="6866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4425"/>
                    <a:pt x="16510" y="396486"/>
                    <a:pt x="17780" y="585176"/>
                  </a:cubicBezTo>
                  <a:cubicBezTo>
                    <a:pt x="19050" y="777237"/>
                    <a:pt x="17780" y="969297"/>
                    <a:pt x="16510" y="1164727"/>
                  </a:cubicBezTo>
                  <a:cubicBezTo>
                    <a:pt x="15240" y="1363526"/>
                    <a:pt x="2540" y="3449233"/>
                    <a:pt x="2540" y="3648032"/>
                  </a:cubicBezTo>
                  <a:cubicBezTo>
                    <a:pt x="2540" y="3843462"/>
                    <a:pt x="1270" y="4038892"/>
                    <a:pt x="0" y="4234322"/>
                  </a:cubicBezTo>
                  <a:cubicBezTo>
                    <a:pt x="0" y="4263752"/>
                    <a:pt x="3810" y="4273912"/>
                    <a:pt x="15240" y="4278993"/>
                  </a:cubicBezTo>
                  <a:cubicBezTo>
                    <a:pt x="22860" y="4282802"/>
                    <a:pt x="31750" y="4285343"/>
                    <a:pt x="40640" y="4286612"/>
                  </a:cubicBezTo>
                  <a:cubicBezTo>
                    <a:pt x="139989" y="4291693"/>
                    <a:pt x="269056" y="4295502"/>
                    <a:pt x="398123" y="4300582"/>
                  </a:cubicBezTo>
                  <a:cubicBezTo>
                    <a:pt x="469450" y="4303123"/>
                    <a:pt x="540776" y="4308202"/>
                    <a:pt x="612103" y="4309473"/>
                  </a:cubicBezTo>
                  <a:cubicBezTo>
                    <a:pt x="730981" y="4312012"/>
                    <a:pt x="2055617" y="4313282"/>
                    <a:pt x="2174494" y="4314552"/>
                  </a:cubicBezTo>
                  <a:cubicBezTo>
                    <a:pt x="2191477" y="4314552"/>
                    <a:pt x="2208460" y="4314552"/>
                    <a:pt x="2225442" y="4314552"/>
                  </a:cubicBezTo>
                  <a:cubicBezTo>
                    <a:pt x="2306958" y="4314552"/>
                    <a:pt x="2391871" y="4313282"/>
                    <a:pt x="2473387" y="4313282"/>
                  </a:cubicBezTo>
                  <a:cubicBezTo>
                    <a:pt x="2568489" y="4313282"/>
                    <a:pt x="2660194" y="4314552"/>
                    <a:pt x="2755297" y="4314552"/>
                  </a:cubicBezTo>
                  <a:cubicBezTo>
                    <a:pt x="2894553" y="4314552"/>
                    <a:pt x="3037206" y="4314552"/>
                    <a:pt x="3176463" y="4314552"/>
                  </a:cubicBezTo>
                  <a:cubicBezTo>
                    <a:pt x="3305530" y="4314552"/>
                    <a:pt x="3434597" y="4315823"/>
                    <a:pt x="3563664" y="4317093"/>
                  </a:cubicBezTo>
                  <a:cubicBezTo>
                    <a:pt x="3621405" y="4317093"/>
                    <a:pt x="3682542" y="4318362"/>
                    <a:pt x="3740283" y="4318362"/>
                  </a:cubicBezTo>
                  <a:cubicBezTo>
                    <a:pt x="3927090" y="4317093"/>
                    <a:pt x="4110501" y="4310743"/>
                    <a:pt x="4287191" y="4310743"/>
                  </a:cubicBezTo>
                  <a:cubicBezTo>
                    <a:pt x="4291002" y="4310743"/>
                    <a:pt x="4296082" y="4308202"/>
                    <a:pt x="4299891" y="4305662"/>
                  </a:cubicBezTo>
                  <a:cubicBezTo>
                    <a:pt x="4304972" y="4301852"/>
                    <a:pt x="4307511" y="4295502"/>
                    <a:pt x="4310052" y="4292962"/>
                  </a:cubicBezTo>
                  <a:cubicBezTo>
                    <a:pt x="4311322" y="4210735"/>
                    <a:pt x="4312591" y="4069217"/>
                    <a:pt x="4313861" y="3927699"/>
                  </a:cubicBezTo>
                  <a:cubicBezTo>
                    <a:pt x="4315132" y="3708683"/>
                    <a:pt x="4325291" y="1606128"/>
                    <a:pt x="4326561" y="1387112"/>
                  </a:cubicBezTo>
                  <a:cubicBezTo>
                    <a:pt x="4326561" y="1255702"/>
                    <a:pt x="4327832" y="1124293"/>
                    <a:pt x="4329102" y="992883"/>
                  </a:cubicBezTo>
                  <a:cubicBezTo>
                    <a:pt x="4330372" y="851365"/>
                    <a:pt x="4331641" y="709847"/>
                    <a:pt x="4334182" y="568329"/>
                  </a:cubicBezTo>
                  <a:cubicBezTo>
                    <a:pt x="4335452" y="484092"/>
                    <a:pt x="4335452" y="396486"/>
                    <a:pt x="4340532" y="312249"/>
                  </a:cubicBezTo>
                  <a:cubicBezTo>
                    <a:pt x="4345611" y="211164"/>
                    <a:pt x="4348152" y="113449"/>
                    <a:pt x="4346882" y="44450"/>
                  </a:cubicBezTo>
                  <a:cubicBezTo>
                    <a:pt x="4346882" y="38100"/>
                    <a:pt x="4343072" y="30480"/>
                    <a:pt x="4336722" y="27940"/>
                  </a:cubicBezTo>
                  <a:close/>
                </a:path>
              </a:pathLst>
            </a:custGeom>
            <a:solidFill>
              <a:srgbClr val="F6E8CE"/>
            </a:solidFill>
          </p:spPr>
        </p:sp>
      </p:grpSp>
      <p:grpSp>
        <p:nvGrpSpPr>
          <p:cNvPr name="Group 8" id="8"/>
          <p:cNvGrpSpPr/>
          <p:nvPr/>
        </p:nvGrpSpPr>
        <p:grpSpPr>
          <a:xfrm rot="-5512724">
            <a:off x="5973558" y="5112345"/>
            <a:ext cx="2159340" cy="539522"/>
            <a:chOff x="0" y="0"/>
            <a:chExt cx="1437900" cy="3592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-1270"/>
              <a:ext cx="1439170" cy="357996"/>
            </a:xfrm>
            <a:custGeom>
              <a:avLst/>
              <a:gdLst/>
              <a:ahLst/>
              <a:cxnLst/>
              <a:rect r="r" b="b" t="t" l="l"/>
              <a:pathLst>
                <a:path h="357996" w="1439170">
                  <a:moveTo>
                    <a:pt x="1427740" y="27940"/>
                  </a:moveTo>
                  <a:cubicBezTo>
                    <a:pt x="1418850" y="24130"/>
                    <a:pt x="1409960" y="21590"/>
                    <a:pt x="1401070" y="21590"/>
                  </a:cubicBezTo>
                  <a:cubicBezTo>
                    <a:pt x="1374400" y="20320"/>
                    <a:pt x="1352891" y="20320"/>
                    <a:pt x="1330700" y="17780"/>
                  </a:cubicBezTo>
                  <a:cubicBezTo>
                    <a:pt x="1279977" y="12700"/>
                    <a:pt x="1230312" y="6350"/>
                    <a:pt x="1179589" y="3810"/>
                  </a:cubicBezTo>
                  <a:cubicBezTo>
                    <a:pt x="1138377" y="1270"/>
                    <a:pt x="1098222" y="3810"/>
                    <a:pt x="1057010" y="2540"/>
                  </a:cubicBezTo>
                  <a:cubicBezTo>
                    <a:pt x="1039046" y="2540"/>
                    <a:pt x="1021082" y="0"/>
                    <a:pt x="1003118" y="2540"/>
                  </a:cubicBezTo>
                  <a:cubicBezTo>
                    <a:pt x="959793" y="10160"/>
                    <a:pt x="916467" y="11430"/>
                    <a:pt x="872085" y="8890"/>
                  </a:cubicBezTo>
                  <a:cubicBezTo>
                    <a:pt x="849894" y="7620"/>
                    <a:pt x="827703" y="7620"/>
                    <a:pt x="805512" y="7620"/>
                  </a:cubicBezTo>
                  <a:cubicBezTo>
                    <a:pt x="765357" y="7620"/>
                    <a:pt x="725202" y="7620"/>
                    <a:pt x="685047" y="6350"/>
                  </a:cubicBezTo>
                  <a:cubicBezTo>
                    <a:pt x="642778" y="5080"/>
                    <a:pt x="226432" y="2540"/>
                    <a:pt x="185221" y="1270"/>
                  </a:cubicBezTo>
                  <a:cubicBezTo>
                    <a:pt x="151406" y="0"/>
                    <a:pt x="118647" y="1270"/>
                    <a:pt x="84833" y="1270"/>
                  </a:cubicBezTo>
                  <a:cubicBezTo>
                    <a:pt x="61585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3463"/>
                    <a:pt x="16510" y="83952"/>
                    <a:pt x="17780" y="94258"/>
                  </a:cubicBezTo>
                  <a:cubicBezTo>
                    <a:pt x="19050" y="104747"/>
                    <a:pt x="17780" y="115237"/>
                    <a:pt x="16510" y="125911"/>
                  </a:cubicBezTo>
                  <a:cubicBezTo>
                    <a:pt x="15240" y="136768"/>
                    <a:pt x="2540" y="250681"/>
                    <a:pt x="2540" y="261539"/>
                  </a:cubicBezTo>
                  <a:cubicBezTo>
                    <a:pt x="2540" y="272213"/>
                    <a:pt x="1270" y="282886"/>
                    <a:pt x="0" y="293560"/>
                  </a:cubicBezTo>
                  <a:cubicBezTo>
                    <a:pt x="0" y="303386"/>
                    <a:pt x="3810" y="313546"/>
                    <a:pt x="15240" y="318627"/>
                  </a:cubicBezTo>
                  <a:cubicBezTo>
                    <a:pt x="22860" y="322436"/>
                    <a:pt x="31750" y="324977"/>
                    <a:pt x="40640" y="326246"/>
                  </a:cubicBezTo>
                  <a:cubicBezTo>
                    <a:pt x="83776" y="331327"/>
                    <a:pt x="123931" y="335136"/>
                    <a:pt x="164086" y="340217"/>
                  </a:cubicBezTo>
                  <a:cubicBezTo>
                    <a:pt x="186277" y="342756"/>
                    <a:pt x="208468" y="347836"/>
                    <a:pt x="230659" y="349106"/>
                  </a:cubicBezTo>
                  <a:cubicBezTo>
                    <a:pt x="267644" y="351646"/>
                    <a:pt x="679763" y="352917"/>
                    <a:pt x="716748" y="354186"/>
                  </a:cubicBezTo>
                  <a:cubicBezTo>
                    <a:pt x="722032" y="354186"/>
                    <a:pt x="727315" y="354186"/>
                    <a:pt x="732599" y="354186"/>
                  </a:cubicBezTo>
                  <a:cubicBezTo>
                    <a:pt x="757960" y="354186"/>
                    <a:pt x="784378" y="352917"/>
                    <a:pt x="809739" y="352917"/>
                  </a:cubicBezTo>
                  <a:cubicBezTo>
                    <a:pt x="839327" y="352917"/>
                    <a:pt x="867858" y="354186"/>
                    <a:pt x="897446" y="354186"/>
                  </a:cubicBezTo>
                  <a:cubicBezTo>
                    <a:pt x="940772" y="354186"/>
                    <a:pt x="985154" y="354186"/>
                    <a:pt x="1028479" y="354186"/>
                  </a:cubicBezTo>
                  <a:cubicBezTo>
                    <a:pt x="1068634" y="354186"/>
                    <a:pt x="1108789" y="355456"/>
                    <a:pt x="1148945" y="356727"/>
                  </a:cubicBezTo>
                  <a:cubicBezTo>
                    <a:pt x="1166909" y="356727"/>
                    <a:pt x="1185930" y="357996"/>
                    <a:pt x="1203894" y="357996"/>
                  </a:cubicBezTo>
                  <a:cubicBezTo>
                    <a:pt x="1262013" y="356727"/>
                    <a:pt x="1319076" y="350377"/>
                    <a:pt x="1378210" y="350377"/>
                  </a:cubicBezTo>
                  <a:cubicBezTo>
                    <a:pt x="1382020" y="350377"/>
                    <a:pt x="1387100" y="347836"/>
                    <a:pt x="1390910" y="345296"/>
                  </a:cubicBezTo>
                  <a:cubicBezTo>
                    <a:pt x="1395990" y="341486"/>
                    <a:pt x="1398530" y="335136"/>
                    <a:pt x="1401070" y="332596"/>
                  </a:cubicBezTo>
                  <a:cubicBezTo>
                    <a:pt x="1402340" y="292272"/>
                    <a:pt x="1403610" y="284543"/>
                    <a:pt x="1404880" y="276813"/>
                  </a:cubicBezTo>
                  <a:cubicBezTo>
                    <a:pt x="1406150" y="264852"/>
                    <a:pt x="1416310" y="150018"/>
                    <a:pt x="1417580" y="138056"/>
                  </a:cubicBezTo>
                  <a:cubicBezTo>
                    <a:pt x="1417580" y="130879"/>
                    <a:pt x="1418850" y="123702"/>
                    <a:pt x="1420120" y="116525"/>
                  </a:cubicBezTo>
                  <a:cubicBezTo>
                    <a:pt x="1421390" y="108796"/>
                    <a:pt x="1422660" y="101067"/>
                    <a:pt x="1425200" y="93338"/>
                  </a:cubicBezTo>
                  <a:cubicBezTo>
                    <a:pt x="1426470" y="88737"/>
                    <a:pt x="1426470" y="83952"/>
                    <a:pt x="1431550" y="79352"/>
                  </a:cubicBezTo>
                  <a:cubicBezTo>
                    <a:pt x="1436630" y="73831"/>
                    <a:pt x="1439170" y="68494"/>
                    <a:pt x="1437900" y="44450"/>
                  </a:cubicBezTo>
                  <a:cubicBezTo>
                    <a:pt x="1437900" y="38100"/>
                    <a:pt x="1434090" y="30480"/>
                    <a:pt x="1427740" y="27940"/>
                  </a:cubicBezTo>
                  <a:close/>
                </a:path>
              </a:pathLst>
            </a:custGeom>
            <a:solidFill>
              <a:srgbClr val="49846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569628">
            <a:off x="280552" y="5300043"/>
            <a:ext cx="2159340" cy="539522"/>
            <a:chOff x="0" y="0"/>
            <a:chExt cx="1437900" cy="359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-1270"/>
              <a:ext cx="1439170" cy="357996"/>
            </a:xfrm>
            <a:custGeom>
              <a:avLst/>
              <a:gdLst/>
              <a:ahLst/>
              <a:cxnLst/>
              <a:rect r="r" b="b" t="t" l="l"/>
              <a:pathLst>
                <a:path h="357996" w="1439170">
                  <a:moveTo>
                    <a:pt x="1427740" y="27940"/>
                  </a:moveTo>
                  <a:cubicBezTo>
                    <a:pt x="1418850" y="24130"/>
                    <a:pt x="1409960" y="21590"/>
                    <a:pt x="1401070" y="21590"/>
                  </a:cubicBezTo>
                  <a:cubicBezTo>
                    <a:pt x="1374400" y="20320"/>
                    <a:pt x="1352891" y="20320"/>
                    <a:pt x="1330700" y="17780"/>
                  </a:cubicBezTo>
                  <a:cubicBezTo>
                    <a:pt x="1279977" y="12700"/>
                    <a:pt x="1230312" y="6350"/>
                    <a:pt x="1179589" y="3810"/>
                  </a:cubicBezTo>
                  <a:cubicBezTo>
                    <a:pt x="1138377" y="1270"/>
                    <a:pt x="1098222" y="3810"/>
                    <a:pt x="1057010" y="2540"/>
                  </a:cubicBezTo>
                  <a:cubicBezTo>
                    <a:pt x="1039046" y="2540"/>
                    <a:pt x="1021082" y="0"/>
                    <a:pt x="1003118" y="2540"/>
                  </a:cubicBezTo>
                  <a:cubicBezTo>
                    <a:pt x="959793" y="10160"/>
                    <a:pt x="916467" y="11430"/>
                    <a:pt x="872085" y="8890"/>
                  </a:cubicBezTo>
                  <a:cubicBezTo>
                    <a:pt x="849894" y="7620"/>
                    <a:pt x="827703" y="7620"/>
                    <a:pt x="805512" y="7620"/>
                  </a:cubicBezTo>
                  <a:cubicBezTo>
                    <a:pt x="765357" y="7620"/>
                    <a:pt x="725202" y="7620"/>
                    <a:pt x="685047" y="6350"/>
                  </a:cubicBezTo>
                  <a:cubicBezTo>
                    <a:pt x="642778" y="5080"/>
                    <a:pt x="226432" y="2540"/>
                    <a:pt x="185221" y="1270"/>
                  </a:cubicBezTo>
                  <a:cubicBezTo>
                    <a:pt x="151406" y="0"/>
                    <a:pt x="118647" y="1270"/>
                    <a:pt x="84833" y="1270"/>
                  </a:cubicBezTo>
                  <a:cubicBezTo>
                    <a:pt x="61585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3463"/>
                    <a:pt x="16510" y="83952"/>
                    <a:pt x="17780" y="94258"/>
                  </a:cubicBezTo>
                  <a:cubicBezTo>
                    <a:pt x="19050" y="104747"/>
                    <a:pt x="17780" y="115237"/>
                    <a:pt x="16510" y="125911"/>
                  </a:cubicBezTo>
                  <a:cubicBezTo>
                    <a:pt x="15240" y="136768"/>
                    <a:pt x="2540" y="250681"/>
                    <a:pt x="2540" y="261539"/>
                  </a:cubicBezTo>
                  <a:cubicBezTo>
                    <a:pt x="2540" y="272213"/>
                    <a:pt x="1270" y="282886"/>
                    <a:pt x="0" y="293560"/>
                  </a:cubicBezTo>
                  <a:cubicBezTo>
                    <a:pt x="0" y="303386"/>
                    <a:pt x="3810" y="313546"/>
                    <a:pt x="15240" y="318627"/>
                  </a:cubicBezTo>
                  <a:cubicBezTo>
                    <a:pt x="22860" y="322436"/>
                    <a:pt x="31750" y="324977"/>
                    <a:pt x="40640" y="326246"/>
                  </a:cubicBezTo>
                  <a:cubicBezTo>
                    <a:pt x="83776" y="331327"/>
                    <a:pt x="123931" y="335136"/>
                    <a:pt x="164086" y="340217"/>
                  </a:cubicBezTo>
                  <a:cubicBezTo>
                    <a:pt x="186277" y="342756"/>
                    <a:pt x="208468" y="347836"/>
                    <a:pt x="230659" y="349106"/>
                  </a:cubicBezTo>
                  <a:cubicBezTo>
                    <a:pt x="267644" y="351646"/>
                    <a:pt x="679763" y="352917"/>
                    <a:pt x="716748" y="354186"/>
                  </a:cubicBezTo>
                  <a:cubicBezTo>
                    <a:pt x="722032" y="354186"/>
                    <a:pt x="727315" y="354186"/>
                    <a:pt x="732599" y="354186"/>
                  </a:cubicBezTo>
                  <a:cubicBezTo>
                    <a:pt x="757960" y="354186"/>
                    <a:pt x="784378" y="352917"/>
                    <a:pt x="809739" y="352917"/>
                  </a:cubicBezTo>
                  <a:cubicBezTo>
                    <a:pt x="839327" y="352917"/>
                    <a:pt x="867858" y="354186"/>
                    <a:pt x="897446" y="354186"/>
                  </a:cubicBezTo>
                  <a:cubicBezTo>
                    <a:pt x="940772" y="354186"/>
                    <a:pt x="985154" y="354186"/>
                    <a:pt x="1028479" y="354186"/>
                  </a:cubicBezTo>
                  <a:cubicBezTo>
                    <a:pt x="1068634" y="354186"/>
                    <a:pt x="1108789" y="355456"/>
                    <a:pt x="1148945" y="356727"/>
                  </a:cubicBezTo>
                  <a:cubicBezTo>
                    <a:pt x="1166909" y="356727"/>
                    <a:pt x="1185930" y="357996"/>
                    <a:pt x="1203894" y="357996"/>
                  </a:cubicBezTo>
                  <a:cubicBezTo>
                    <a:pt x="1262013" y="356727"/>
                    <a:pt x="1319076" y="350377"/>
                    <a:pt x="1378210" y="350377"/>
                  </a:cubicBezTo>
                  <a:cubicBezTo>
                    <a:pt x="1382020" y="350377"/>
                    <a:pt x="1387100" y="347836"/>
                    <a:pt x="1390910" y="345296"/>
                  </a:cubicBezTo>
                  <a:cubicBezTo>
                    <a:pt x="1395990" y="341486"/>
                    <a:pt x="1398530" y="335136"/>
                    <a:pt x="1401070" y="332596"/>
                  </a:cubicBezTo>
                  <a:cubicBezTo>
                    <a:pt x="1402340" y="292272"/>
                    <a:pt x="1403610" y="284543"/>
                    <a:pt x="1404880" y="276813"/>
                  </a:cubicBezTo>
                  <a:cubicBezTo>
                    <a:pt x="1406150" y="264852"/>
                    <a:pt x="1416310" y="150018"/>
                    <a:pt x="1417580" y="138056"/>
                  </a:cubicBezTo>
                  <a:cubicBezTo>
                    <a:pt x="1417580" y="130879"/>
                    <a:pt x="1418850" y="123702"/>
                    <a:pt x="1420120" y="116525"/>
                  </a:cubicBezTo>
                  <a:cubicBezTo>
                    <a:pt x="1421390" y="108796"/>
                    <a:pt x="1422660" y="101067"/>
                    <a:pt x="1425200" y="93338"/>
                  </a:cubicBezTo>
                  <a:cubicBezTo>
                    <a:pt x="1426470" y="88737"/>
                    <a:pt x="1426470" y="83952"/>
                    <a:pt x="1431550" y="79352"/>
                  </a:cubicBezTo>
                  <a:cubicBezTo>
                    <a:pt x="1436630" y="73831"/>
                    <a:pt x="1439170" y="68494"/>
                    <a:pt x="1437900" y="44450"/>
                  </a:cubicBezTo>
                  <a:cubicBezTo>
                    <a:pt x="1437900" y="38100"/>
                    <a:pt x="1434090" y="30480"/>
                    <a:pt x="1427740" y="27940"/>
                  </a:cubicBezTo>
                  <a:close/>
                </a:path>
              </a:pathLst>
            </a:custGeom>
            <a:solidFill>
              <a:srgbClr val="498463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24448">
            <a:off x="2036004" y="3165029"/>
            <a:ext cx="4370247" cy="4434156"/>
            <a:chOff x="0" y="0"/>
            <a:chExt cx="2952750" cy="2995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2"/>
              <a:stretch>
                <a:fillRect l="-26079" t="0" r="-26079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true" flipV="false" rot="491565">
            <a:off x="12756195" y="7416682"/>
            <a:ext cx="6454491" cy="4318642"/>
          </a:xfrm>
          <a:custGeom>
            <a:avLst/>
            <a:gdLst/>
            <a:ahLst/>
            <a:cxnLst/>
            <a:rect r="r" b="b" t="t" l="l"/>
            <a:pathLst>
              <a:path h="4318642" w="6454491">
                <a:moveTo>
                  <a:pt x="6454492" y="0"/>
                </a:moveTo>
                <a:lnTo>
                  <a:pt x="0" y="0"/>
                </a:lnTo>
                <a:lnTo>
                  <a:pt x="0" y="4318641"/>
                </a:lnTo>
                <a:lnTo>
                  <a:pt x="6454492" y="4318641"/>
                </a:lnTo>
                <a:lnTo>
                  <a:pt x="64544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168275" y="1346797"/>
            <a:ext cx="5399261" cy="133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b="true" sz="5000" spc="-55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Phá hủy</a:t>
            </a:r>
          </a:p>
          <a:p>
            <a:pPr algn="ctr">
              <a:lnSpc>
                <a:spcPts val="5200"/>
              </a:lnSpc>
            </a:pPr>
            <a:r>
              <a:rPr lang="en-US" b="true" sz="5000" spc="-55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thảo nguyên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4498" y="3817346"/>
            <a:ext cx="6804994" cy="320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Việc cày xới quá mức, chặt phá cây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cùng các hoạt động công nghiệp và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nông nghiệp không bền vững khác đã khiến thảo nguyên bị biến mất. Vì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những điều này, cầy thảo nguyên và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bò rừng có ít không gian hơn cho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nguồn thức ăn, định cư và sinh tồn.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1385" y="1242022"/>
            <a:ext cx="5693006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Bạn có biết rằng hầu hết vùng Trung Tây nước Mỹ</a:t>
            </a:r>
          </a:p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đã từng được bao phủ bởi đồng cỏ tự nhiên?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1385" y="8518931"/>
            <a:ext cx="5693006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Hiện nay, chỉ còn khoảng 1% đồng cỏ bản địa</a:t>
            </a:r>
          </a:p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tồn tại trong thế kỷ 21!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780">
            <a:off x="1038870" y="1995388"/>
            <a:ext cx="8762449" cy="7161940"/>
            <a:chOff x="0" y="0"/>
            <a:chExt cx="5335761" cy="4361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5337031" cy="4359885"/>
            </a:xfrm>
            <a:custGeom>
              <a:avLst/>
              <a:gdLst/>
              <a:ahLst/>
              <a:cxnLst/>
              <a:rect r="r" b="b" t="t" l="l"/>
              <a:pathLst>
                <a:path h="4359885" w="5337031">
                  <a:moveTo>
                    <a:pt x="5325601" y="27940"/>
                  </a:moveTo>
                  <a:cubicBezTo>
                    <a:pt x="5316711" y="24130"/>
                    <a:pt x="5307821" y="21590"/>
                    <a:pt x="5298931" y="21590"/>
                  </a:cubicBezTo>
                  <a:cubicBezTo>
                    <a:pt x="5272261" y="20320"/>
                    <a:pt x="5193559" y="20320"/>
                    <a:pt x="5105529" y="17780"/>
                  </a:cubicBezTo>
                  <a:cubicBezTo>
                    <a:pt x="4904319" y="12700"/>
                    <a:pt x="4707300" y="6350"/>
                    <a:pt x="4506089" y="3810"/>
                  </a:cubicBezTo>
                  <a:cubicBezTo>
                    <a:pt x="4342605" y="1270"/>
                    <a:pt x="4183314" y="3810"/>
                    <a:pt x="4019830" y="2540"/>
                  </a:cubicBezTo>
                  <a:cubicBezTo>
                    <a:pt x="3948568" y="2540"/>
                    <a:pt x="3877306" y="0"/>
                    <a:pt x="3806043" y="2540"/>
                  </a:cubicBezTo>
                  <a:cubicBezTo>
                    <a:pt x="3634176" y="10160"/>
                    <a:pt x="3462308" y="11430"/>
                    <a:pt x="3286249" y="8890"/>
                  </a:cubicBezTo>
                  <a:cubicBezTo>
                    <a:pt x="3198219" y="7620"/>
                    <a:pt x="3110189" y="7620"/>
                    <a:pt x="3022160" y="7620"/>
                  </a:cubicBezTo>
                  <a:cubicBezTo>
                    <a:pt x="2862868" y="7620"/>
                    <a:pt x="2703576" y="7620"/>
                    <a:pt x="2544284" y="6350"/>
                  </a:cubicBezTo>
                  <a:cubicBezTo>
                    <a:pt x="2376609" y="5080"/>
                    <a:pt x="725003" y="2540"/>
                    <a:pt x="561520" y="1270"/>
                  </a:cubicBezTo>
                  <a:cubicBezTo>
                    <a:pt x="427379" y="0"/>
                    <a:pt x="297431" y="1270"/>
                    <a:pt x="163290" y="1270"/>
                  </a:cubicBezTo>
                  <a:cubicBezTo>
                    <a:pt x="71068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159098" y="4333215"/>
                    <a:pt x="318390" y="4337025"/>
                    <a:pt x="477682" y="4342105"/>
                  </a:cubicBezTo>
                  <a:cubicBezTo>
                    <a:pt x="565711" y="4344645"/>
                    <a:pt x="653741" y="4349725"/>
                    <a:pt x="741771" y="4350995"/>
                  </a:cubicBezTo>
                  <a:cubicBezTo>
                    <a:pt x="888487" y="4353535"/>
                    <a:pt x="2523325" y="4354805"/>
                    <a:pt x="2670041" y="4356075"/>
                  </a:cubicBezTo>
                  <a:cubicBezTo>
                    <a:pt x="2691000" y="4356075"/>
                    <a:pt x="2711960" y="4356075"/>
                    <a:pt x="2732919" y="4356075"/>
                  </a:cubicBezTo>
                  <a:cubicBezTo>
                    <a:pt x="2833525" y="4356075"/>
                    <a:pt x="2938322" y="4354805"/>
                    <a:pt x="3038927" y="4354805"/>
                  </a:cubicBezTo>
                  <a:cubicBezTo>
                    <a:pt x="3156300" y="4354805"/>
                    <a:pt x="3269481" y="4356075"/>
                    <a:pt x="3386854" y="4356075"/>
                  </a:cubicBezTo>
                  <a:cubicBezTo>
                    <a:pt x="3558722" y="4356075"/>
                    <a:pt x="3734781" y="4356075"/>
                    <a:pt x="3906649" y="4356075"/>
                  </a:cubicBezTo>
                  <a:cubicBezTo>
                    <a:pt x="4065940" y="4356075"/>
                    <a:pt x="4225232" y="4357345"/>
                    <a:pt x="4384524" y="4358615"/>
                  </a:cubicBezTo>
                  <a:cubicBezTo>
                    <a:pt x="4455786" y="4358615"/>
                    <a:pt x="4531240" y="4359885"/>
                    <a:pt x="4602502" y="4359885"/>
                  </a:cubicBezTo>
                  <a:cubicBezTo>
                    <a:pt x="4833057" y="4358615"/>
                    <a:pt x="5059419" y="4352265"/>
                    <a:pt x="5276071" y="4352265"/>
                  </a:cubicBezTo>
                  <a:cubicBezTo>
                    <a:pt x="5279881" y="4352265"/>
                    <a:pt x="5284961" y="4349725"/>
                    <a:pt x="5288771" y="4347185"/>
                  </a:cubicBezTo>
                  <a:cubicBezTo>
                    <a:pt x="5293851" y="4343375"/>
                    <a:pt x="5296391" y="4337025"/>
                    <a:pt x="5298931" y="4334485"/>
                  </a:cubicBezTo>
                  <a:cubicBezTo>
                    <a:pt x="5300201" y="4251818"/>
                    <a:pt x="5301471" y="4108898"/>
                    <a:pt x="5302741" y="3965977"/>
                  </a:cubicBezTo>
                  <a:cubicBezTo>
                    <a:pt x="5304011" y="3744790"/>
                    <a:pt x="5314171" y="1621395"/>
                    <a:pt x="5315441" y="1400208"/>
                  </a:cubicBezTo>
                  <a:cubicBezTo>
                    <a:pt x="5315441" y="1267496"/>
                    <a:pt x="5316711" y="1134784"/>
                    <a:pt x="5317981" y="1002071"/>
                  </a:cubicBezTo>
                  <a:cubicBezTo>
                    <a:pt x="5319251" y="859151"/>
                    <a:pt x="5320521" y="716230"/>
                    <a:pt x="5323061" y="573309"/>
                  </a:cubicBezTo>
                  <a:cubicBezTo>
                    <a:pt x="5324331" y="488237"/>
                    <a:pt x="5324331" y="399762"/>
                    <a:pt x="5329411" y="314690"/>
                  </a:cubicBezTo>
                  <a:cubicBezTo>
                    <a:pt x="5334491" y="212604"/>
                    <a:pt x="5337031" y="113921"/>
                    <a:pt x="5335761" y="44450"/>
                  </a:cubicBezTo>
                  <a:cubicBezTo>
                    <a:pt x="5335761" y="38100"/>
                    <a:pt x="5331951" y="30480"/>
                    <a:pt x="532560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24281" y="1117221"/>
            <a:ext cx="6591627" cy="1731435"/>
            <a:chOff x="0" y="0"/>
            <a:chExt cx="2314779" cy="6080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2316049" cy="606757"/>
            </a:xfrm>
            <a:custGeom>
              <a:avLst/>
              <a:gdLst/>
              <a:ahLst/>
              <a:cxnLst/>
              <a:rect r="r" b="b" t="t" l="l"/>
              <a:pathLst>
                <a:path h="606757" w="2316049">
                  <a:moveTo>
                    <a:pt x="2304619" y="27940"/>
                  </a:moveTo>
                  <a:cubicBezTo>
                    <a:pt x="2295729" y="24130"/>
                    <a:pt x="2286839" y="21590"/>
                    <a:pt x="2277949" y="21590"/>
                  </a:cubicBezTo>
                  <a:cubicBezTo>
                    <a:pt x="2251279" y="20320"/>
                    <a:pt x="2216903" y="20320"/>
                    <a:pt x="2179901" y="17780"/>
                  </a:cubicBezTo>
                  <a:cubicBezTo>
                    <a:pt x="2095324" y="12700"/>
                    <a:pt x="2012510" y="6350"/>
                    <a:pt x="1927933" y="3810"/>
                  </a:cubicBezTo>
                  <a:cubicBezTo>
                    <a:pt x="1859214" y="1270"/>
                    <a:pt x="1792257" y="3810"/>
                    <a:pt x="1723539" y="2540"/>
                  </a:cubicBezTo>
                  <a:cubicBezTo>
                    <a:pt x="1693584" y="2540"/>
                    <a:pt x="1663630" y="0"/>
                    <a:pt x="1633676" y="2540"/>
                  </a:cubicBezTo>
                  <a:cubicBezTo>
                    <a:pt x="1561433" y="10160"/>
                    <a:pt x="1489190" y="11430"/>
                    <a:pt x="1415186" y="8890"/>
                  </a:cubicBezTo>
                  <a:cubicBezTo>
                    <a:pt x="1378183" y="7620"/>
                    <a:pt x="1341181" y="7620"/>
                    <a:pt x="1304179" y="7620"/>
                  </a:cubicBezTo>
                  <a:cubicBezTo>
                    <a:pt x="1237222" y="7620"/>
                    <a:pt x="1170265" y="7620"/>
                    <a:pt x="1103309" y="6350"/>
                  </a:cubicBezTo>
                  <a:cubicBezTo>
                    <a:pt x="1032828" y="5080"/>
                    <a:pt x="338593" y="2540"/>
                    <a:pt x="269874" y="1270"/>
                  </a:cubicBezTo>
                  <a:cubicBezTo>
                    <a:pt x="213490" y="0"/>
                    <a:pt x="158867" y="1270"/>
                    <a:pt x="102483" y="1270"/>
                  </a:cubicBezTo>
                  <a:cubicBezTo>
                    <a:pt x="63718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81689"/>
                    <a:pt x="16510" y="103583"/>
                    <a:pt x="17780" y="125094"/>
                  </a:cubicBezTo>
                  <a:cubicBezTo>
                    <a:pt x="19050" y="146988"/>
                    <a:pt x="17780" y="168883"/>
                    <a:pt x="16510" y="191161"/>
                  </a:cubicBezTo>
                  <a:cubicBezTo>
                    <a:pt x="15240" y="213824"/>
                    <a:pt x="2540" y="451591"/>
                    <a:pt x="2540" y="474253"/>
                  </a:cubicBezTo>
                  <a:cubicBezTo>
                    <a:pt x="2540" y="496532"/>
                    <a:pt x="1270" y="518811"/>
                    <a:pt x="0" y="541089"/>
                  </a:cubicBezTo>
                  <a:cubicBezTo>
                    <a:pt x="0" y="552147"/>
                    <a:pt x="3810" y="562307"/>
                    <a:pt x="15240" y="567387"/>
                  </a:cubicBezTo>
                  <a:cubicBezTo>
                    <a:pt x="22860" y="571197"/>
                    <a:pt x="31750" y="573737"/>
                    <a:pt x="40640" y="575007"/>
                  </a:cubicBezTo>
                  <a:cubicBezTo>
                    <a:pt x="100721" y="580087"/>
                    <a:pt x="167677" y="583897"/>
                    <a:pt x="234634" y="588977"/>
                  </a:cubicBezTo>
                  <a:cubicBezTo>
                    <a:pt x="271636" y="591517"/>
                    <a:pt x="308639" y="596597"/>
                    <a:pt x="345641" y="597867"/>
                  </a:cubicBezTo>
                  <a:cubicBezTo>
                    <a:pt x="407312" y="600407"/>
                    <a:pt x="1094498" y="601677"/>
                    <a:pt x="1156169" y="602947"/>
                  </a:cubicBezTo>
                  <a:cubicBezTo>
                    <a:pt x="1164979" y="602947"/>
                    <a:pt x="1173789" y="602947"/>
                    <a:pt x="1182599" y="602947"/>
                  </a:cubicBezTo>
                  <a:cubicBezTo>
                    <a:pt x="1224888" y="602947"/>
                    <a:pt x="1268938" y="601677"/>
                    <a:pt x="1311226" y="601677"/>
                  </a:cubicBezTo>
                  <a:cubicBezTo>
                    <a:pt x="1360563" y="601677"/>
                    <a:pt x="1408137" y="602947"/>
                    <a:pt x="1457474" y="602947"/>
                  </a:cubicBezTo>
                  <a:cubicBezTo>
                    <a:pt x="1529717" y="602947"/>
                    <a:pt x="1603721" y="602947"/>
                    <a:pt x="1675964" y="602947"/>
                  </a:cubicBezTo>
                  <a:cubicBezTo>
                    <a:pt x="1742921" y="602947"/>
                    <a:pt x="1809877" y="604217"/>
                    <a:pt x="1876834" y="605487"/>
                  </a:cubicBezTo>
                  <a:cubicBezTo>
                    <a:pt x="1906788" y="605487"/>
                    <a:pt x="1938505" y="606757"/>
                    <a:pt x="1968459" y="606757"/>
                  </a:cubicBezTo>
                  <a:cubicBezTo>
                    <a:pt x="2065370" y="605487"/>
                    <a:pt x="2160519" y="599137"/>
                    <a:pt x="2255089" y="599137"/>
                  </a:cubicBezTo>
                  <a:cubicBezTo>
                    <a:pt x="2258899" y="599137"/>
                    <a:pt x="2263979" y="596597"/>
                    <a:pt x="2267789" y="594057"/>
                  </a:cubicBezTo>
                  <a:cubicBezTo>
                    <a:pt x="2272869" y="590247"/>
                    <a:pt x="2275409" y="583897"/>
                    <a:pt x="2277949" y="581357"/>
                  </a:cubicBezTo>
                  <a:cubicBezTo>
                    <a:pt x="2279219" y="538400"/>
                    <a:pt x="2280489" y="522268"/>
                    <a:pt x="2281759" y="506135"/>
                  </a:cubicBezTo>
                  <a:cubicBezTo>
                    <a:pt x="2283029" y="481167"/>
                    <a:pt x="2293189" y="241480"/>
                    <a:pt x="2294459" y="216513"/>
                  </a:cubicBezTo>
                  <a:cubicBezTo>
                    <a:pt x="2294459" y="201532"/>
                    <a:pt x="2295729" y="186552"/>
                    <a:pt x="2296999" y="171571"/>
                  </a:cubicBezTo>
                  <a:cubicBezTo>
                    <a:pt x="2298269" y="155439"/>
                    <a:pt x="2299539" y="139306"/>
                    <a:pt x="2302079" y="123173"/>
                  </a:cubicBezTo>
                  <a:cubicBezTo>
                    <a:pt x="2303349" y="113570"/>
                    <a:pt x="2303349" y="103583"/>
                    <a:pt x="2308429" y="93980"/>
                  </a:cubicBezTo>
                  <a:cubicBezTo>
                    <a:pt x="2313509" y="82457"/>
                    <a:pt x="2316049" y="71318"/>
                    <a:pt x="2314779" y="44450"/>
                  </a:cubicBezTo>
                  <a:cubicBezTo>
                    <a:pt x="2314779" y="38100"/>
                    <a:pt x="2310969" y="30480"/>
                    <a:pt x="2304619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grpSp>
        <p:nvGrpSpPr>
          <p:cNvPr name="Group 6" id="6"/>
          <p:cNvGrpSpPr/>
          <p:nvPr/>
        </p:nvGrpSpPr>
        <p:grpSpPr>
          <a:xfrm rot="9780">
            <a:off x="10935760" y="2741391"/>
            <a:ext cx="5705703" cy="5669935"/>
            <a:chOff x="0" y="0"/>
            <a:chExt cx="4346882" cy="43196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1270"/>
              <a:ext cx="4348152" cy="4318362"/>
            </a:xfrm>
            <a:custGeom>
              <a:avLst/>
              <a:gdLst/>
              <a:ahLst/>
              <a:cxnLst/>
              <a:rect r="r" b="b" t="t" l="l"/>
              <a:pathLst>
                <a:path h="4318362" w="4348152">
                  <a:moveTo>
                    <a:pt x="4336722" y="27940"/>
                  </a:moveTo>
                  <a:cubicBezTo>
                    <a:pt x="4327832" y="24130"/>
                    <a:pt x="4318942" y="21590"/>
                    <a:pt x="4310052" y="21590"/>
                  </a:cubicBezTo>
                  <a:cubicBezTo>
                    <a:pt x="4283382" y="20320"/>
                    <a:pt x="4219190" y="20320"/>
                    <a:pt x="4147863" y="17780"/>
                  </a:cubicBezTo>
                  <a:cubicBezTo>
                    <a:pt x="3984831" y="12700"/>
                    <a:pt x="3825195" y="6350"/>
                    <a:pt x="3662163" y="3810"/>
                  </a:cubicBezTo>
                  <a:cubicBezTo>
                    <a:pt x="3529699" y="1270"/>
                    <a:pt x="3400632" y="3810"/>
                    <a:pt x="3268169" y="2540"/>
                  </a:cubicBezTo>
                  <a:cubicBezTo>
                    <a:pt x="3210428" y="2540"/>
                    <a:pt x="3152688" y="0"/>
                    <a:pt x="3094947" y="2540"/>
                  </a:cubicBezTo>
                  <a:cubicBezTo>
                    <a:pt x="2955690" y="10160"/>
                    <a:pt x="2816434" y="11430"/>
                    <a:pt x="2673781" y="8890"/>
                  </a:cubicBezTo>
                  <a:cubicBezTo>
                    <a:pt x="2602454" y="7620"/>
                    <a:pt x="2531127" y="7620"/>
                    <a:pt x="2459801" y="7620"/>
                  </a:cubicBezTo>
                  <a:cubicBezTo>
                    <a:pt x="2330734" y="7620"/>
                    <a:pt x="2201667" y="7620"/>
                    <a:pt x="2072599" y="6350"/>
                  </a:cubicBezTo>
                  <a:cubicBezTo>
                    <a:pt x="1936739" y="5080"/>
                    <a:pt x="598517" y="2540"/>
                    <a:pt x="466053" y="1270"/>
                  </a:cubicBezTo>
                  <a:cubicBezTo>
                    <a:pt x="357365" y="0"/>
                    <a:pt x="252074" y="1270"/>
                    <a:pt x="143386" y="1270"/>
                  </a:cubicBezTo>
                  <a:cubicBezTo>
                    <a:pt x="6866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4425"/>
                    <a:pt x="16510" y="396486"/>
                    <a:pt x="17780" y="585176"/>
                  </a:cubicBezTo>
                  <a:cubicBezTo>
                    <a:pt x="19050" y="777237"/>
                    <a:pt x="17780" y="969297"/>
                    <a:pt x="16510" y="1164727"/>
                  </a:cubicBezTo>
                  <a:cubicBezTo>
                    <a:pt x="15240" y="1363526"/>
                    <a:pt x="2540" y="3449233"/>
                    <a:pt x="2540" y="3648032"/>
                  </a:cubicBezTo>
                  <a:cubicBezTo>
                    <a:pt x="2540" y="3843462"/>
                    <a:pt x="1270" y="4038892"/>
                    <a:pt x="0" y="4234322"/>
                  </a:cubicBezTo>
                  <a:cubicBezTo>
                    <a:pt x="0" y="4263752"/>
                    <a:pt x="3810" y="4273912"/>
                    <a:pt x="15240" y="4278993"/>
                  </a:cubicBezTo>
                  <a:cubicBezTo>
                    <a:pt x="22860" y="4282802"/>
                    <a:pt x="31750" y="4285343"/>
                    <a:pt x="40640" y="4286612"/>
                  </a:cubicBezTo>
                  <a:cubicBezTo>
                    <a:pt x="139989" y="4291693"/>
                    <a:pt x="269056" y="4295502"/>
                    <a:pt x="398123" y="4300582"/>
                  </a:cubicBezTo>
                  <a:cubicBezTo>
                    <a:pt x="469450" y="4303123"/>
                    <a:pt x="540776" y="4308202"/>
                    <a:pt x="612103" y="4309473"/>
                  </a:cubicBezTo>
                  <a:cubicBezTo>
                    <a:pt x="730981" y="4312012"/>
                    <a:pt x="2055617" y="4313282"/>
                    <a:pt x="2174494" y="4314552"/>
                  </a:cubicBezTo>
                  <a:cubicBezTo>
                    <a:pt x="2191477" y="4314552"/>
                    <a:pt x="2208460" y="4314552"/>
                    <a:pt x="2225442" y="4314552"/>
                  </a:cubicBezTo>
                  <a:cubicBezTo>
                    <a:pt x="2306958" y="4314552"/>
                    <a:pt x="2391871" y="4313282"/>
                    <a:pt x="2473387" y="4313282"/>
                  </a:cubicBezTo>
                  <a:cubicBezTo>
                    <a:pt x="2568489" y="4313282"/>
                    <a:pt x="2660194" y="4314552"/>
                    <a:pt x="2755297" y="4314552"/>
                  </a:cubicBezTo>
                  <a:cubicBezTo>
                    <a:pt x="2894553" y="4314552"/>
                    <a:pt x="3037206" y="4314552"/>
                    <a:pt x="3176463" y="4314552"/>
                  </a:cubicBezTo>
                  <a:cubicBezTo>
                    <a:pt x="3305530" y="4314552"/>
                    <a:pt x="3434597" y="4315823"/>
                    <a:pt x="3563664" y="4317093"/>
                  </a:cubicBezTo>
                  <a:cubicBezTo>
                    <a:pt x="3621405" y="4317093"/>
                    <a:pt x="3682542" y="4318362"/>
                    <a:pt x="3740283" y="4318362"/>
                  </a:cubicBezTo>
                  <a:cubicBezTo>
                    <a:pt x="3927090" y="4317093"/>
                    <a:pt x="4110501" y="4310743"/>
                    <a:pt x="4287191" y="4310743"/>
                  </a:cubicBezTo>
                  <a:cubicBezTo>
                    <a:pt x="4291002" y="4310743"/>
                    <a:pt x="4296082" y="4308202"/>
                    <a:pt x="4299891" y="4305662"/>
                  </a:cubicBezTo>
                  <a:cubicBezTo>
                    <a:pt x="4304972" y="4301852"/>
                    <a:pt x="4307511" y="4295502"/>
                    <a:pt x="4310052" y="4292962"/>
                  </a:cubicBezTo>
                  <a:cubicBezTo>
                    <a:pt x="4311322" y="4210735"/>
                    <a:pt x="4312591" y="4069217"/>
                    <a:pt x="4313861" y="3927699"/>
                  </a:cubicBezTo>
                  <a:cubicBezTo>
                    <a:pt x="4315132" y="3708683"/>
                    <a:pt x="4325291" y="1606128"/>
                    <a:pt x="4326561" y="1387112"/>
                  </a:cubicBezTo>
                  <a:cubicBezTo>
                    <a:pt x="4326561" y="1255702"/>
                    <a:pt x="4327832" y="1124293"/>
                    <a:pt x="4329102" y="992883"/>
                  </a:cubicBezTo>
                  <a:cubicBezTo>
                    <a:pt x="4330372" y="851365"/>
                    <a:pt x="4331641" y="709847"/>
                    <a:pt x="4334182" y="568329"/>
                  </a:cubicBezTo>
                  <a:cubicBezTo>
                    <a:pt x="4335452" y="484092"/>
                    <a:pt x="4335452" y="396486"/>
                    <a:pt x="4340532" y="312249"/>
                  </a:cubicBezTo>
                  <a:cubicBezTo>
                    <a:pt x="4345611" y="211164"/>
                    <a:pt x="4348152" y="113449"/>
                    <a:pt x="4346882" y="44450"/>
                  </a:cubicBezTo>
                  <a:cubicBezTo>
                    <a:pt x="4346882" y="38100"/>
                    <a:pt x="4343072" y="30480"/>
                    <a:pt x="4336722" y="27940"/>
                  </a:cubicBezTo>
                  <a:close/>
                </a:path>
              </a:pathLst>
            </a:custGeom>
            <a:solidFill>
              <a:srgbClr val="F6E8CE"/>
            </a:solidFill>
          </p:spPr>
        </p:sp>
      </p:grpSp>
      <p:grpSp>
        <p:nvGrpSpPr>
          <p:cNvPr name="Group 8" id="8"/>
          <p:cNvGrpSpPr/>
          <p:nvPr/>
        </p:nvGrpSpPr>
        <p:grpSpPr>
          <a:xfrm rot="-5512724">
            <a:off x="15541042" y="5306598"/>
            <a:ext cx="2159340" cy="539522"/>
            <a:chOff x="0" y="0"/>
            <a:chExt cx="1437900" cy="3592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-1270"/>
              <a:ext cx="1439170" cy="357996"/>
            </a:xfrm>
            <a:custGeom>
              <a:avLst/>
              <a:gdLst/>
              <a:ahLst/>
              <a:cxnLst/>
              <a:rect r="r" b="b" t="t" l="l"/>
              <a:pathLst>
                <a:path h="357996" w="1439170">
                  <a:moveTo>
                    <a:pt x="1427740" y="27940"/>
                  </a:moveTo>
                  <a:cubicBezTo>
                    <a:pt x="1418850" y="24130"/>
                    <a:pt x="1409960" y="21590"/>
                    <a:pt x="1401070" y="21590"/>
                  </a:cubicBezTo>
                  <a:cubicBezTo>
                    <a:pt x="1374400" y="20320"/>
                    <a:pt x="1352891" y="20320"/>
                    <a:pt x="1330700" y="17780"/>
                  </a:cubicBezTo>
                  <a:cubicBezTo>
                    <a:pt x="1279977" y="12700"/>
                    <a:pt x="1230312" y="6350"/>
                    <a:pt x="1179589" y="3810"/>
                  </a:cubicBezTo>
                  <a:cubicBezTo>
                    <a:pt x="1138377" y="1270"/>
                    <a:pt x="1098222" y="3810"/>
                    <a:pt x="1057010" y="2540"/>
                  </a:cubicBezTo>
                  <a:cubicBezTo>
                    <a:pt x="1039046" y="2540"/>
                    <a:pt x="1021082" y="0"/>
                    <a:pt x="1003118" y="2540"/>
                  </a:cubicBezTo>
                  <a:cubicBezTo>
                    <a:pt x="959793" y="10160"/>
                    <a:pt x="916467" y="11430"/>
                    <a:pt x="872085" y="8890"/>
                  </a:cubicBezTo>
                  <a:cubicBezTo>
                    <a:pt x="849894" y="7620"/>
                    <a:pt x="827703" y="7620"/>
                    <a:pt x="805512" y="7620"/>
                  </a:cubicBezTo>
                  <a:cubicBezTo>
                    <a:pt x="765357" y="7620"/>
                    <a:pt x="725202" y="7620"/>
                    <a:pt x="685047" y="6350"/>
                  </a:cubicBezTo>
                  <a:cubicBezTo>
                    <a:pt x="642778" y="5080"/>
                    <a:pt x="226432" y="2540"/>
                    <a:pt x="185221" y="1270"/>
                  </a:cubicBezTo>
                  <a:cubicBezTo>
                    <a:pt x="151406" y="0"/>
                    <a:pt x="118647" y="1270"/>
                    <a:pt x="84833" y="1270"/>
                  </a:cubicBezTo>
                  <a:cubicBezTo>
                    <a:pt x="61585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3463"/>
                    <a:pt x="16510" y="83952"/>
                    <a:pt x="17780" y="94258"/>
                  </a:cubicBezTo>
                  <a:cubicBezTo>
                    <a:pt x="19050" y="104747"/>
                    <a:pt x="17780" y="115237"/>
                    <a:pt x="16510" y="125911"/>
                  </a:cubicBezTo>
                  <a:cubicBezTo>
                    <a:pt x="15240" y="136768"/>
                    <a:pt x="2540" y="250681"/>
                    <a:pt x="2540" y="261539"/>
                  </a:cubicBezTo>
                  <a:cubicBezTo>
                    <a:pt x="2540" y="272213"/>
                    <a:pt x="1270" y="282886"/>
                    <a:pt x="0" y="293560"/>
                  </a:cubicBezTo>
                  <a:cubicBezTo>
                    <a:pt x="0" y="303386"/>
                    <a:pt x="3810" y="313546"/>
                    <a:pt x="15240" y="318627"/>
                  </a:cubicBezTo>
                  <a:cubicBezTo>
                    <a:pt x="22860" y="322436"/>
                    <a:pt x="31750" y="324977"/>
                    <a:pt x="40640" y="326246"/>
                  </a:cubicBezTo>
                  <a:cubicBezTo>
                    <a:pt x="83776" y="331327"/>
                    <a:pt x="123931" y="335136"/>
                    <a:pt x="164086" y="340217"/>
                  </a:cubicBezTo>
                  <a:cubicBezTo>
                    <a:pt x="186277" y="342756"/>
                    <a:pt x="208468" y="347836"/>
                    <a:pt x="230659" y="349106"/>
                  </a:cubicBezTo>
                  <a:cubicBezTo>
                    <a:pt x="267644" y="351646"/>
                    <a:pt x="679763" y="352917"/>
                    <a:pt x="716748" y="354186"/>
                  </a:cubicBezTo>
                  <a:cubicBezTo>
                    <a:pt x="722032" y="354186"/>
                    <a:pt x="727315" y="354186"/>
                    <a:pt x="732599" y="354186"/>
                  </a:cubicBezTo>
                  <a:cubicBezTo>
                    <a:pt x="757960" y="354186"/>
                    <a:pt x="784378" y="352917"/>
                    <a:pt x="809739" y="352917"/>
                  </a:cubicBezTo>
                  <a:cubicBezTo>
                    <a:pt x="839327" y="352917"/>
                    <a:pt x="867858" y="354186"/>
                    <a:pt x="897446" y="354186"/>
                  </a:cubicBezTo>
                  <a:cubicBezTo>
                    <a:pt x="940772" y="354186"/>
                    <a:pt x="985154" y="354186"/>
                    <a:pt x="1028479" y="354186"/>
                  </a:cubicBezTo>
                  <a:cubicBezTo>
                    <a:pt x="1068634" y="354186"/>
                    <a:pt x="1108789" y="355456"/>
                    <a:pt x="1148945" y="356727"/>
                  </a:cubicBezTo>
                  <a:cubicBezTo>
                    <a:pt x="1166909" y="356727"/>
                    <a:pt x="1185930" y="357996"/>
                    <a:pt x="1203894" y="357996"/>
                  </a:cubicBezTo>
                  <a:cubicBezTo>
                    <a:pt x="1262013" y="356727"/>
                    <a:pt x="1319076" y="350377"/>
                    <a:pt x="1378210" y="350377"/>
                  </a:cubicBezTo>
                  <a:cubicBezTo>
                    <a:pt x="1382020" y="350377"/>
                    <a:pt x="1387100" y="347836"/>
                    <a:pt x="1390910" y="345296"/>
                  </a:cubicBezTo>
                  <a:cubicBezTo>
                    <a:pt x="1395990" y="341486"/>
                    <a:pt x="1398530" y="335136"/>
                    <a:pt x="1401070" y="332596"/>
                  </a:cubicBezTo>
                  <a:cubicBezTo>
                    <a:pt x="1402340" y="292272"/>
                    <a:pt x="1403610" y="284543"/>
                    <a:pt x="1404880" y="276813"/>
                  </a:cubicBezTo>
                  <a:cubicBezTo>
                    <a:pt x="1406150" y="264852"/>
                    <a:pt x="1416310" y="150018"/>
                    <a:pt x="1417580" y="138056"/>
                  </a:cubicBezTo>
                  <a:cubicBezTo>
                    <a:pt x="1417580" y="130879"/>
                    <a:pt x="1418850" y="123702"/>
                    <a:pt x="1420120" y="116525"/>
                  </a:cubicBezTo>
                  <a:cubicBezTo>
                    <a:pt x="1421390" y="108796"/>
                    <a:pt x="1422660" y="101067"/>
                    <a:pt x="1425200" y="93338"/>
                  </a:cubicBezTo>
                  <a:cubicBezTo>
                    <a:pt x="1426470" y="88737"/>
                    <a:pt x="1426470" y="83952"/>
                    <a:pt x="1431550" y="79352"/>
                  </a:cubicBezTo>
                  <a:cubicBezTo>
                    <a:pt x="1436630" y="73831"/>
                    <a:pt x="1439170" y="68494"/>
                    <a:pt x="1437900" y="44450"/>
                  </a:cubicBezTo>
                  <a:cubicBezTo>
                    <a:pt x="1437900" y="38100"/>
                    <a:pt x="1434090" y="30480"/>
                    <a:pt x="1427740" y="27940"/>
                  </a:cubicBezTo>
                  <a:close/>
                </a:path>
              </a:pathLst>
            </a:custGeom>
            <a:solidFill>
              <a:srgbClr val="49846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569628">
            <a:off x="9848036" y="5494295"/>
            <a:ext cx="2159340" cy="539522"/>
            <a:chOff x="0" y="0"/>
            <a:chExt cx="1437900" cy="359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-1270"/>
              <a:ext cx="1439170" cy="357996"/>
            </a:xfrm>
            <a:custGeom>
              <a:avLst/>
              <a:gdLst/>
              <a:ahLst/>
              <a:cxnLst/>
              <a:rect r="r" b="b" t="t" l="l"/>
              <a:pathLst>
                <a:path h="357996" w="1439170">
                  <a:moveTo>
                    <a:pt x="1427740" y="27940"/>
                  </a:moveTo>
                  <a:cubicBezTo>
                    <a:pt x="1418850" y="24130"/>
                    <a:pt x="1409960" y="21590"/>
                    <a:pt x="1401070" y="21590"/>
                  </a:cubicBezTo>
                  <a:cubicBezTo>
                    <a:pt x="1374400" y="20320"/>
                    <a:pt x="1352891" y="20320"/>
                    <a:pt x="1330700" y="17780"/>
                  </a:cubicBezTo>
                  <a:cubicBezTo>
                    <a:pt x="1279977" y="12700"/>
                    <a:pt x="1230312" y="6350"/>
                    <a:pt x="1179589" y="3810"/>
                  </a:cubicBezTo>
                  <a:cubicBezTo>
                    <a:pt x="1138377" y="1270"/>
                    <a:pt x="1098222" y="3810"/>
                    <a:pt x="1057010" y="2540"/>
                  </a:cubicBezTo>
                  <a:cubicBezTo>
                    <a:pt x="1039046" y="2540"/>
                    <a:pt x="1021082" y="0"/>
                    <a:pt x="1003118" y="2540"/>
                  </a:cubicBezTo>
                  <a:cubicBezTo>
                    <a:pt x="959793" y="10160"/>
                    <a:pt x="916467" y="11430"/>
                    <a:pt x="872085" y="8890"/>
                  </a:cubicBezTo>
                  <a:cubicBezTo>
                    <a:pt x="849894" y="7620"/>
                    <a:pt x="827703" y="7620"/>
                    <a:pt x="805512" y="7620"/>
                  </a:cubicBezTo>
                  <a:cubicBezTo>
                    <a:pt x="765357" y="7620"/>
                    <a:pt x="725202" y="7620"/>
                    <a:pt x="685047" y="6350"/>
                  </a:cubicBezTo>
                  <a:cubicBezTo>
                    <a:pt x="642778" y="5080"/>
                    <a:pt x="226432" y="2540"/>
                    <a:pt x="185221" y="1270"/>
                  </a:cubicBezTo>
                  <a:cubicBezTo>
                    <a:pt x="151406" y="0"/>
                    <a:pt x="118647" y="1270"/>
                    <a:pt x="84833" y="1270"/>
                  </a:cubicBezTo>
                  <a:cubicBezTo>
                    <a:pt x="61585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3463"/>
                    <a:pt x="16510" y="83952"/>
                    <a:pt x="17780" y="94258"/>
                  </a:cubicBezTo>
                  <a:cubicBezTo>
                    <a:pt x="19050" y="104747"/>
                    <a:pt x="17780" y="115237"/>
                    <a:pt x="16510" y="125911"/>
                  </a:cubicBezTo>
                  <a:cubicBezTo>
                    <a:pt x="15240" y="136768"/>
                    <a:pt x="2540" y="250681"/>
                    <a:pt x="2540" y="261539"/>
                  </a:cubicBezTo>
                  <a:cubicBezTo>
                    <a:pt x="2540" y="272213"/>
                    <a:pt x="1270" y="282886"/>
                    <a:pt x="0" y="293560"/>
                  </a:cubicBezTo>
                  <a:cubicBezTo>
                    <a:pt x="0" y="303386"/>
                    <a:pt x="3810" y="313546"/>
                    <a:pt x="15240" y="318627"/>
                  </a:cubicBezTo>
                  <a:cubicBezTo>
                    <a:pt x="22860" y="322436"/>
                    <a:pt x="31750" y="324977"/>
                    <a:pt x="40640" y="326246"/>
                  </a:cubicBezTo>
                  <a:cubicBezTo>
                    <a:pt x="83776" y="331327"/>
                    <a:pt x="123931" y="335136"/>
                    <a:pt x="164086" y="340217"/>
                  </a:cubicBezTo>
                  <a:cubicBezTo>
                    <a:pt x="186277" y="342756"/>
                    <a:pt x="208468" y="347836"/>
                    <a:pt x="230659" y="349106"/>
                  </a:cubicBezTo>
                  <a:cubicBezTo>
                    <a:pt x="267644" y="351646"/>
                    <a:pt x="679763" y="352917"/>
                    <a:pt x="716748" y="354186"/>
                  </a:cubicBezTo>
                  <a:cubicBezTo>
                    <a:pt x="722032" y="354186"/>
                    <a:pt x="727315" y="354186"/>
                    <a:pt x="732599" y="354186"/>
                  </a:cubicBezTo>
                  <a:cubicBezTo>
                    <a:pt x="757960" y="354186"/>
                    <a:pt x="784378" y="352917"/>
                    <a:pt x="809739" y="352917"/>
                  </a:cubicBezTo>
                  <a:cubicBezTo>
                    <a:pt x="839327" y="352917"/>
                    <a:pt x="867858" y="354186"/>
                    <a:pt x="897446" y="354186"/>
                  </a:cubicBezTo>
                  <a:cubicBezTo>
                    <a:pt x="940772" y="354186"/>
                    <a:pt x="985154" y="354186"/>
                    <a:pt x="1028479" y="354186"/>
                  </a:cubicBezTo>
                  <a:cubicBezTo>
                    <a:pt x="1068634" y="354186"/>
                    <a:pt x="1108789" y="355456"/>
                    <a:pt x="1148945" y="356727"/>
                  </a:cubicBezTo>
                  <a:cubicBezTo>
                    <a:pt x="1166909" y="356727"/>
                    <a:pt x="1185930" y="357996"/>
                    <a:pt x="1203894" y="357996"/>
                  </a:cubicBezTo>
                  <a:cubicBezTo>
                    <a:pt x="1262013" y="356727"/>
                    <a:pt x="1319076" y="350377"/>
                    <a:pt x="1378210" y="350377"/>
                  </a:cubicBezTo>
                  <a:cubicBezTo>
                    <a:pt x="1382020" y="350377"/>
                    <a:pt x="1387100" y="347836"/>
                    <a:pt x="1390910" y="345296"/>
                  </a:cubicBezTo>
                  <a:cubicBezTo>
                    <a:pt x="1395990" y="341486"/>
                    <a:pt x="1398530" y="335136"/>
                    <a:pt x="1401070" y="332596"/>
                  </a:cubicBezTo>
                  <a:cubicBezTo>
                    <a:pt x="1402340" y="292272"/>
                    <a:pt x="1403610" y="284543"/>
                    <a:pt x="1404880" y="276813"/>
                  </a:cubicBezTo>
                  <a:cubicBezTo>
                    <a:pt x="1406150" y="264852"/>
                    <a:pt x="1416310" y="150018"/>
                    <a:pt x="1417580" y="138056"/>
                  </a:cubicBezTo>
                  <a:cubicBezTo>
                    <a:pt x="1417580" y="130879"/>
                    <a:pt x="1418850" y="123702"/>
                    <a:pt x="1420120" y="116525"/>
                  </a:cubicBezTo>
                  <a:cubicBezTo>
                    <a:pt x="1421390" y="108796"/>
                    <a:pt x="1422660" y="101067"/>
                    <a:pt x="1425200" y="93338"/>
                  </a:cubicBezTo>
                  <a:cubicBezTo>
                    <a:pt x="1426470" y="88737"/>
                    <a:pt x="1426470" y="83952"/>
                    <a:pt x="1431550" y="79352"/>
                  </a:cubicBezTo>
                  <a:cubicBezTo>
                    <a:pt x="1436630" y="73831"/>
                    <a:pt x="1439170" y="68494"/>
                    <a:pt x="1437900" y="44450"/>
                  </a:cubicBezTo>
                  <a:cubicBezTo>
                    <a:pt x="1437900" y="38100"/>
                    <a:pt x="1434090" y="30480"/>
                    <a:pt x="1427740" y="27940"/>
                  </a:cubicBezTo>
                  <a:close/>
                </a:path>
              </a:pathLst>
            </a:custGeom>
            <a:solidFill>
              <a:srgbClr val="498463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24448">
            <a:off x="11603488" y="3359281"/>
            <a:ext cx="4370247" cy="4434156"/>
            <a:chOff x="0" y="0"/>
            <a:chExt cx="2952750" cy="2995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2"/>
              <a:stretch>
                <a:fillRect l="-9322" t="0" r="-42835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true" flipV="false" rot="0">
            <a:off x="2720465" y="7619389"/>
            <a:ext cx="7224248" cy="5687454"/>
          </a:xfrm>
          <a:custGeom>
            <a:avLst/>
            <a:gdLst/>
            <a:ahLst/>
            <a:cxnLst/>
            <a:rect r="r" b="b" t="t" l="l"/>
            <a:pathLst>
              <a:path h="5687454" w="7224248">
                <a:moveTo>
                  <a:pt x="7224248" y="0"/>
                </a:moveTo>
                <a:lnTo>
                  <a:pt x="0" y="0"/>
                </a:lnTo>
                <a:lnTo>
                  <a:pt x="0" y="5687454"/>
                </a:lnTo>
                <a:lnTo>
                  <a:pt x="7224248" y="5687454"/>
                </a:lnTo>
                <a:lnTo>
                  <a:pt x="72242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4767" y="7443273"/>
            <a:ext cx="4391395" cy="4489344"/>
          </a:xfrm>
          <a:custGeom>
            <a:avLst/>
            <a:gdLst/>
            <a:ahLst/>
            <a:cxnLst/>
            <a:rect r="r" b="b" t="t" l="l"/>
            <a:pathLst>
              <a:path h="4489344" w="4391395">
                <a:moveTo>
                  <a:pt x="0" y="0"/>
                </a:moveTo>
                <a:lnTo>
                  <a:pt x="4391395" y="0"/>
                </a:lnTo>
                <a:lnTo>
                  <a:pt x="4391395" y="4489344"/>
                </a:lnTo>
                <a:lnTo>
                  <a:pt x="0" y="44893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79184" y="1639530"/>
            <a:ext cx="5681821" cy="77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2"/>
              </a:lnSpc>
            </a:pPr>
            <a:r>
              <a:rPr lang="en-US" b="true" sz="5675" spc="-62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Phá hủy vùng cực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17598" y="4272826"/>
            <a:ext cx="6804994" cy="219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Nam Cực và Bắc Cực đang gặp nguy hiểm</a:t>
            </a:r>
          </a:p>
          <a:p>
            <a:pPr algn="ctr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do sự nóng lên toàn cầu. Điều này phá vỡ</a:t>
            </a:r>
          </a:p>
          <a:p>
            <a:pPr algn="ctr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cuộc sống của nhiều loài động vật ở</a:t>
            </a:r>
          </a:p>
          <a:p>
            <a:pPr algn="ctr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vùng cực, như gấu Bắc Cực và</a:t>
            </a:r>
          </a:p>
          <a:p>
            <a:pPr algn="ctr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chim cánh cụt.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38927" y="1525230"/>
            <a:ext cx="5099369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Bạn có biết rằng các sông băng chỉ chiếm</a:t>
            </a:r>
          </a:p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khoảng 10% tổng diện tích đất liền của</a:t>
            </a:r>
          </a:p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Trái Đất không?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52482" y="8619456"/>
            <a:ext cx="5072259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Băng ở các vùng cực tiếp tục giảm đi</a:t>
            </a:r>
          </a:p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nhanh chóng do nhiệt độ toàn cầu tăng lên.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47535" y="-211570"/>
            <a:ext cx="12853059" cy="10983523"/>
          </a:xfrm>
          <a:custGeom>
            <a:avLst/>
            <a:gdLst/>
            <a:ahLst/>
            <a:cxnLst/>
            <a:rect r="r" b="b" t="t" l="l"/>
            <a:pathLst>
              <a:path h="10983523" w="12853059">
                <a:moveTo>
                  <a:pt x="0" y="0"/>
                </a:moveTo>
                <a:lnTo>
                  <a:pt x="12853058" y="0"/>
                </a:lnTo>
                <a:lnTo>
                  <a:pt x="12853058" y="10983522"/>
                </a:lnTo>
                <a:lnTo>
                  <a:pt x="0" y="1098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94672" y="-211570"/>
            <a:ext cx="12853059" cy="10983523"/>
          </a:xfrm>
          <a:custGeom>
            <a:avLst/>
            <a:gdLst/>
            <a:ahLst/>
            <a:cxnLst/>
            <a:rect r="r" b="b" t="t" l="l"/>
            <a:pathLst>
              <a:path h="10983523" w="12853059">
                <a:moveTo>
                  <a:pt x="0" y="0"/>
                </a:moveTo>
                <a:lnTo>
                  <a:pt x="12853058" y="0"/>
                </a:lnTo>
                <a:lnTo>
                  <a:pt x="12853058" y="10983522"/>
                </a:lnTo>
                <a:lnTo>
                  <a:pt x="0" y="1098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9780">
            <a:off x="1624295" y="2074981"/>
            <a:ext cx="15038803" cy="7161940"/>
            <a:chOff x="0" y="0"/>
            <a:chExt cx="9157652" cy="43611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9158922" cy="4359885"/>
            </a:xfrm>
            <a:custGeom>
              <a:avLst/>
              <a:gdLst/>
              <a:ahLst/>
              <a:cxnLst/>
              <a:rect r="r" b="b" t="t" l="l"/>
              <a:pathLst>
                <a:path h="4359885" w="9158922">
                  <a:moveTo>
                    <a:pt x="9147491" y="27940"/>
                  </a:moveTo>
                  <a:cubicBezTo>
                    <a:pt x="9138602" y="24130"/>
                    <a:pt x="9129712" y="21590"/>
                    <a:pt x="9120822" y="21590"/>
                  </a:cubicBezTo>
                  <a:cubicBezTo>
                    <a:pt x="9094152" y="20320"/>
                    <a:pt x="8959373" y="20320"/>
                    <a:pt x="8806787" y="17780"/>
                  </a:cubicBezTo>
                  <a:cubicBezTo>
                    <a:pt x="8458021" y="12700"/>
                    <a:pt x="8116521" y="6350"/>
                    <a:pt x="7767755" y="3810"/>
                  </a:cubicBezTo>
                  <a:cubicBezTo>
                    <a:pt x="7484382" y="1270"/>
                    <a:pt x="7208276" y="3810"/>
                    <a:pt x="6924903" y="2540"/>
                  </a:cubicBezTo>
                  <a:cubicBezTo>
                    <a:pt x="6801382" y="2540"/>
                    <a:pt x="6677861" y="0"/>
                    <a:pt x="6554339" y="2540"/>
                  </a:cubicBezTo>
                  <a:cubicBezTo>
                    <a:pt x="6256434" y="10160"/>
                    <a:pt x="5958530" y="11430"/>
                    <a:pt x="5653360" y="8890"/>
                  </a:cubicBezTo>
                  <a:cubicBezTo>
                    <a:pt x="5500774" y="7620"/>
                    <a:pt x="5348189" y="7620"/>
                    <a:pt x="5195604" y="7620"/>
                  </a:cubicBezTo>
                  <a:cubicBezTo>
                    <a:pt x="4919497" y="7620"/>
                    <a:pt x="4643391" y="7620"/>
                    <a:pt x="4367285" y="6350"/>
                  </a:cubicBezTo>
                  <a:cubicBezTo>
                    <a:pt x="4076646" y="5080"/>
                    <a:pt x="1213857" y="2540"/>
                    <a:pt x="930485" y="1270"/>
                  </a:cubicBezTo>
                  <a:cubicBezTo>
                    <a:pt x="697974" y="0"/>
                    <a:pt x="472729" y="1270"/>
                    <a:pt x="240219" y="1270"/>
                  </a:cubicBezTo>
                  <a:cubicBezTo>
                    <a:pt x="80367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232952" y="4333215"/>
                    <a:pt x="509059" y="4337025"/>
                    <a:pt x="785165" y="4342105"/>
                  </a:cubicBezTo>
                  <a:cubicBezTo>
                    <a:pt x="937750" y="4344645"/>
                    <a:pt x="1090336" y="4349725"/>
                    <a:pt x="1242921" y="4350995"/>
                  </a:cubicBezTo>
                  <a:cubicBezTo>
                    <a:pt x="1497229" y="4353535"/>
                    <a:pt x="4330955" y="4354805"/>
                    <a:pt x="4585263" y="4356075"/>
                  </a:cubicBezTo>
                  <a:cubicBezTo>
                    <a:pt x="4621593" y="4356075"/>
                    <a:pt x="4657923" y="4356075"/>
                    <a:pt x="4694253" y="4356075"/>
                  </a:cubicBezTo>
                  <a:cubicBezTo>
                    <a:pt x="4868636" y="4356075"/>
                    <a:pt x="5050285" y="4354805"/>
                    <a:pt x="5224668" y="4354805"/>
                  </a:cubicBezTo>
                  <a:cubicBezTo>
                    <a:pt x="5428115" y="4354805"/>
                    <a:pt x="5624295" y="4356075"/>
                    <a:pt x="5827742" y="4356075"/>
                  </a:cubicBezTo>
                  <a:cubicBezTo>
                    <a:pt x="6125647" y="4356075"/>
                    <a:pt x="6430818" y="4356075"/>
                    <a:pt x="6728722" y="4356075"/>
                  </a:cubicBezTo>
                  <a:cubicBezTo>
                    <a:pt x="7004828" y="4356075"/>
                    <a:pt x="7280935" y="4357345"/>
                    <a:pt x="7557042" y="4358615"/>
                  </a:cubicBezTo>
                  <a:cubicBezTo>
                    <a:pt x="7680563" y="4358615"/>
                    <a:pt x="7811350" y="4359885"/>
                    <a:pt x="7934871" y="4359885"/>
                  </a:cubicBezTo>
                  <a:cubicBezTo>
                    <a:pt x="8334499" y="4358615"/>
                    <a:pt x="8726861" y="4352265"/>
                    <a:pt x="9097962" y="4352265"/>
                  </a:cubicBezTo>
                  <a:cubicBezTo>
                    <a:pt x="9101772" y="4352265"/>
                    <a:pt x="9106852" y="4349725"/>
                    <a:pt x="9110662" y="4347185"/>
                  </a:cubicBezTo>
                  <a:cubicBezTo>
                    <a:pt x="9115741" y="4343375"/>
                    <a:pt x="9118281" y="4337025"/>
                    <a:pt x="9120822" y="4334485"/>
                  </a:cubicBezTo>
                  <a:cubicBezTo>
                    <a:pt x="9122091" y="4251818"/>
                    <a:pt x="9123362" y="4108898"/>
                    <a:pt x="9124631" y="3965977"/>
                  </a:cubicBezTo>
                  <a:cubicBezTo>
                    <a:pt x="9125902" y="3744790"/>
                    <a:pt x="9136062" y="1621395"/>
                    <a:pt x="9137331" y="1400208"/>
                  </a:cubicBezTo>
                  <a:cubicBezTo>
                    <a:pt x="9137331" y="1267496"/>
                    <a:pt x="9138602" y="1134784"/>
                    <a:pt x="9139872" y="1002071"/>
                  </a:cubicBezTo>
                  <a:cubicBezTo>
                    <a:pt x="9141141" y="859151"/>
                    <a:pt x="9142412" y="716230"/>
                    <a:pt x="9144952" y="573309"/>
                  </a:cubicBezTo>
                  <a:cubicBezTo>
                    <a:pt x="9146222" y="488237"/>
                    <a:pt x="9146222" y="399762"/>
                    <a:pt x="9151302" y="314690"/>
                  </a:cubicBezTo>
                  <a:cubicBezTo>
                    <a:pt x="9156381" y="212604"/>
                    <a:pt x="9158922" y="113921"/>
                    <a:pt x="9157652" y="44450"/>
                  </a:cubicBezTo>
                  <a:cubicBezTo>
                    <a:pt x="9157652" y="38100"/>
                    <a:pt x="9153841" y="30480"/>
                    <a:pt x="914749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05300" y="1187885"/>
            <a:ext cx="10677400" cy="1731435"/>
            <a:chOff x="0" y="0"/>
            <a:chExt cx="3749578" cy="6080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1270"/>
              <a:ext cx="3750848" cy="606757"/>
            </a:xfrm>
            <a:custGeom>
              <a:avLst/>
              <a:gdLst/>
              <a:ahLst/>
              <a:cxnLst/>
              <a:rect r="r" b="b" t="t" l="l"/>
              <a:pathLst>
                <a:path h="606757" w="3750848">
                  <a:moveTo>
                    <a:pt x="3739418" y="27940"/>
                  </a:moveTo>
                  <a:cubicBezTo>
                    <a:pt x="3730528" y="24130"/>
                    <a:pt x="3721638" y="21590"/>
                    <a:pt x="3712748" y="21590"/>
                  </a:cubicBezTo>
                  <a:cubicBezTo>
                    <a:pt x="3686078" y="20320"/>
                    <a:pt x="3630650" y="20320"/>
                    <a:pt x="3569413" y="17780"/>
                  </a:cubicBezTo>
                  <a:cubicBezTo>
                    <a:pt x="3429441" y="12700"/>
                    <a:pt x="3292386" y="6350"/>
                    <a:pt x="3152414" y="3810"/>
                  </a:cubicBezTo>
                  <a:cubicBezTo>
                    <a:pt x="3038687" y="1270"/>
                    <a:pt x="2927877" y="3810"/>
                    <a:pt x="2814150" y="2540"/>
                  </a:cubicBezTo>
                  <a:cubicBezTo>
                    <a:pt x="2764576" y="2540"/>
                    <a:pt x="2715003" y="0"/>
                    <a:pt x="2665430" y="2540"/>
                  </a:cubicBezTo>
                  <a:cubicBezTo>
                    <a:pt x="2545871" y="10160"/>
                    <a:pt x="2426312" y="11430"/>
                    <a:pt x="2303837" y="8890"/>
                  </a:cubicBezTo>
                  <a:cubicBezTo>
                    <a:pt x="2242599" y="7620"/>
                    <a:pt x="2181362" y="7620"/>
                    <a:pt x="2120124" y="7620"/>
                  </a:cubicBezTo>
                  <a:cubicBezTo>
                    <a:pt x="2009314" y="7620"/>
                    <a:pt x="1898503" y="7620"/>
                    <a:pt x="1787692" y="6350"/>
                  </a:cubicBezTo>
                  <a:cubicBezTo>
                    <a:pt x="1671049" y="5080"/>
                    <a:pt x="522117" y="2540"/>
                    <a:pt x="408390" y="1270"/>
                  </a:cubicBezTo>
                  <a:cubicBezTo>
                    <a:pt x="315075" y="0"/>
                    <a:pt x="224677" y="1270"/>
                    <a:pt x="131363" y="1270"/>
                  </a:cubicBezTo>
                  <a:cubicBezTo>
                    <a:pt x="67209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81689"/>
                    <a:pt x="16510" y="103583"/>
                    <a:pt x="17780" y="125094"/>
                  </a:cubicBezTo>
                  <a:cubicBezTo>
                    <a:pt x="19050" y="146988"/>
                    <a:pt x="17780" y="168883"/>
                    <a:pt x="16510" y="191161"/>
                  </a:cubicBezTo>
                  <a:cubicBezTo>
                    <a:pt x="15240" y="213824"/>
                    <a:pt x="2540" y="451591"/>
                    <a:pt x="2540" y="474253"/>
                  </a:cubicBezTo>
                  <a:cubicBezTo>
                    <a:pt x="2540" y="496532"/>
                    <a:pt x="1270" y="518811"/>
                    <a:pt x="0" y="541089"/>
                  </a:cubicBezTo>
                  <a:cubicBezTo>
                    <a:pt x="0" y="552147"/>
                    <a:pt x="3810" y="562307"/>
                    <a:pt x="15240" y="567387"/>
                  </a:cubicBezTo>
                  <a:cubicBezTo>
                    <a:pt x="22860" y="571197"/>
                    <a:pt x="31750" y="573737"/>
                    <a:pt x="40640" y="575007"/>
                  </a:cubicBezTo>
                  <a:cubicBezTo>
                    <a:pt x="128447" y="580087"/>
                    <a:pt x="239257" y="583897"/>
                    <a:pt x="350068" y="588977"/>
                  </a:cubicBezTo>
                  <a:cubicBezTo>
                    <a:pt x="411306" y="591517"/>
                    <a:pt x="472543" y="596597"/>
                    <a:pt x="533781" y="597867"/>
                  </a:cubicBezTo>
                  <a:cubicBezTo>
                    <a:pt x="635843" y="600407"/>
                    <a:pt x="1773112" y="601677"/>
                    <a:pt x="1875174" y="602947"/>
                  </a:cubicBezTo>
                  <a:cubicBezTo>
                    <a:pt x="1889755" y="602947"/>
                    <a:pt x="1904335" y="602947"/>
                    <a:pt x="1918915" y="602947"/>
                  </a:cubicBezTo>
                  <a:cubicBezTo>
                    <a:pt x="1988901" y="602947"/>
                    <a:pt x="2061803" y="601677"/>
                    <a:pt x="2131788" y="601677"/>
                  </a:cubicBezTo>
                  <a:cubicBezTo>
                    <a:pt x="2213439" y="601677"/>
                    <a:pt x="2292172" y="602947"/>
                    <a:pt x="2373823" y="602947"/>
                  </a:cubicBezTo>
                  <a:cubicBezTo>
                    <a:pt x="2493382" y="602947"/>
                    <a:pt x="2615857" y="602947"/>
                    <a:pt x="2735416" y="602947"/>
                  </a:cubicBezTo>
                  <a:cubicBezTo>
                    <a:pt x="2846226" y="602947"/>
                    <a:pt x="2957037" y="604217"/>
                    <a:pt x="3067848" y="605487"/>
                  </a:cubicBezTo>
                  <a:cubicBezTo>
                    <a:pt x="3117421" y="605487"/>
                    <a:pt x="3169911" y="606757"/>
                    <a:pt x="3219484" y="606757"/>
                  </a:cubicBezTo>
                  <a:cubicBezTo>
                    <a:pt x="3379868" y="605487"/>
                    <a:pt x="3537336" y="599137"/>
                    <a:pt x="3689888" y="599137"/>
                  </a:cubicBezTo>
                  <a:cubicBezTo>
                    <a:pt x="3693698" y="599137"/>
                    <a:pt x="3698778" y="596597"/>
                    <a:pt x="3702588" y="594057"/>
                  </a:cubicBezTo>
                  <a:cubicBezTo>
                    <a:pt x="3707668" y="590247"/>
                    <a:pt x="3710208" y="583897"/>
                    <a:pt x="3712748" y="581357"/>
                  </a:cubicBezTo>
                  <a:cubicBezTo>
                    <a:pt x="3714018" y="538400"/>
                    <a:pt x="3715288" y="522268"/>
                    <a:pt x="3716558" y="506135"/>
                  </a:cubicBezTo>
                  <a:cubicBezTo>
                    <a:pt x="3717828" y="481167"/>
                    <a:pt x="3727988" y="241480"/>
                    <a:pt x="3729258" y="216513"/>
                  </a:cubicBezTo>
                  <a:cubicBezTo>
                    <a:pt x="3729258" y="201532"/>
                    <a:pt x="3730528" y="186552"/>
                    <a:pt x="3731798" y="171571"/>
                  </a:cubicBezTo>
                  <a:cubicBezTo>
                    <a:pt x="3733068" y="155439"/>
                    <a:pt x="3734338" y="139306"/>
                    <a:pt x="3736878" y="123173"/>
                  </a:cubicBezTo>
                  <a:cubicBezTo>
                    <a:pt x="3738148" y="113570"/>
                    <a:pt x="3738148" y="103583"/>
                    <a:pt x="3743228" y="93980"/>
                  </a:cubicBezTo>
                  <a:cubicBezTo>
                    <a:pt x="3748308" y="82457"/>
                    <a:pt x="3750848" y="71318"/>
                    <a:pt x="3749578" y="44450"/>
                  </a:cubicBezTo>
                  <a:cubicBezTo>
                    <a:pt x="3749578" y="38100"/>
                    <a:pt x="3745768" y="30480"/>
                    <a:pt x="3739418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170106" y="1371612"/>
            <a:ext cx="9947789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b="true" sz="4800" spc="-52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BẠN có thể làm gì để ngăn chặn</a:t>
            </a:r>
          </a:p>
          <a:p>
            <a:pPr algn="ctr">
              <a:lnSpc>
                <a:spcPts val="5520"/>
              </a:lnSpc>
            </a:pPr>
            <a:r>
              <a:rPr lang="en-US" b="true" sz="4800" spc="-52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sự phá hủy môi trường sống?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22314" y="3824611"/>
            <a:ext cx="7213688" cy="183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Các nhà khoa học và môi trường học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đã làm sáng tỏ nhiều vấn đề môi trường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thông qua các nghiên cứu và chiến dịch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thông tin.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22314" y="6364276"/>
            <a:ext cx="7213688" cy="183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strike="noStrike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Thảo luận về những cách cụ thể mà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strike="noStrike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người trẻ có thể làm để bảo tồn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strike="noStrike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môi trường sống hoặc tuyên truyền cho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 strike="noStrike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cộng đồng về cuộc khủng hoảng này.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24448">
            <a:off x="2709837" y="3238974"/>
            <a:ext cx="5045914" cy="5119704"/>
            <a:chOff x="0" y="0"/>
            <a:chExt cx="2952750" cy="29959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2540" y="-5080"/>
              <a:ext cx="2962910" cy="3004820"/>
            </a:xfrm>
            <a:custGeom>
              <a:avLst/>
              <a:gdLst/>
              <a:ahLst/>
              <a:cxnLst/>
              <a:rect r="r" b="b" t="t" l="l"/>
              <a:pathLst>
                <a:path h="3004820" w="296291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4"/>
              <a:stretch>
                <a:fillRect l="-26079" t="0" r="-26079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-449592">
            <a:off x="-2989563" y="7604069"/>
            <a:ext cx="6920917" cy="4114800"/>
          </a:xfrm>
          <a:custGeom>
            <a:avLst/>
            <a:gdLst/>
            <a:ahLst/>
            <a:cxnLst/>
            <a:rect r="r" b="b" t="t" l="l"/>
            <a:pathLst>
              <a:path h="4114800" w="6920917">
                <a:moveTo>
                  <a:pt x="0" y="0"/>
                </a:moveTo>
                <a:lnTo>
                  <a:pt x="6920917" y="0"/>
                </a:lnTo>
                <a:lnTo>
                  <a:pt x="69209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780">
            <a:off x="1624598" y="1949923"/>
            <a:ext cx="15038803" cy="7161940"/>
            <a:chOff x="0" y="0"/>
            <a:chExt cx="9157652" cy="4361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9158922" cy="4359885"/>
            </a:xfrm>
            <a:custGeom>
              <a:avLst/>
              <a:gdLst/>
              <a:ahLst/>
              <a:cxnLst/>
              <a:rect r="r" b="b" t="t" l="l"/>
              <a:pathLst>
                <a:path h="4359885" w="9158922">
                  <a:moveTo>
                    <a:pt x="9147491" y="27940"/>
                  </a:moveTo>
                  <a:cubicBezTo>
                    <a:pt x="9138602" y="24130"/>
                    <a:pt x="9129712" y="21590"/>
                    <a:pt x="9120822" y="21590"/>
                  </a:cubicBezTo>
                  <a:cubicBezTo>
                    <a:pt x="9094152" y="20320"/>
                    <a:pt x="8959373" y="20320"/>
                    <a:pt x="8806787" y="17780"/>
                  </a:cubicBezTo>
                  <a:cubicBezTo>
                    <a:pt x="8458021" y="12700"/>
                    <a:pt x="8116521" y="6350"/>
                    <a:pt x="7767755" y="3810"/>
                  </a:cubicBezTo>
                  <a:cubicBezTo>
                    <a:pt x="7484382" y="1270"/>
                    <a:pt x="7208276" y="3810"/>
                    <a:pt x="6924903" y="2540"/>
                  </a:cubicBezTo>
                  <a:cubicBezTo>
                    <a:pt x="6801382" y="2540"/>
                    <a:pt x="6677861" y="0"/>
                    <a:pt x="6554339" y="2540"/>
                  </a:cubicBezTo>
                  <a:cubicBezTo>
                    <a:pt x="6256434" y="10160"/>
                    <a:pt x="5958530" y="11430"/>
                    <a:pt x="5653360" y="8890"/>
                  </a:cubicBezTo>
                  <a:cubicBezTo>
                    <a:pt x="5500774" y="7620"/>
                    <a:pt x="5348189" y="7620"/>
                    <a:pt x="5195604" y="7620"/>
                  </a:cubicBezTo>
                  <a:cubicBezTo>
                    <a:pt x="4919497" y="7620"/>
                    <a:pt x="4643391" y="7620"/>
                    <a:pt x="4367285" y="6350"/>
                  </a:cubicBezTo>
                  <a:cubicBezTo>
                    <a:pt x="4076646" y="5080"/>
                    <a:pt x="1213857" y="2540"/>
                    <a:pt x="930485" y="1270"/>
                  </a:cubicBezTo>
                  <a:cubicBezTo>
                    <a:pt x="697974" y="0"/>
                    <a:pt x="472729" y="1270"/>
                    <a:pt x="240219" y="1270"/>
                  </a:cubicBezTo>
                  <a:cubicBezTo>
                    <a:pt x="80367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05798"/>
                    <a:pt x="16510" y="399762"/>
                    <a:pt x="17780" y="590324"/>
                  </a:cubicBezTo>
                  <a:cubicBezTo>
                    <a:pt x="19050" y="784287"/>
                    <a:pt x="17780" y="978251"/>
                    <a:pt x="16510" y="1175618"/>
                  </a:cubicBezTo>
                  <a:cubicBezTo>
                    <a:pt x="15240" y="1376388"/>
                    <a:pt x="2540" y="3482769"/>
                    <a:pt x="2540" y="3683538"/>
                  </a:cubicBezTo>
                  <a:cubicBezTo>
                    <a:pt x="2540" y="3880905"/>
                    <a:pt x="1270" y="4078272"/>
                    <a:pt x="0" y="4275639"/>
                  </a:cubicBezTo>
                  <a:cubicBezTo>
                    <a:pt x="0" y="4305275"/>
                    <a:pt x="3810" y="4315435"/>
                    <a:pt x="15240" y="4320515"/>
                  </a:cubicBezTo>
                  <a:cubicBezTo>
                    <a:pt x="22860" y="4324325"/>
                    <a:pt x="31750" y="4326865"/>
                    <a:pt x="40640" y="4328135"/>
                  </a:cubicBezTo>
                  <a:cubicBezTo>
                    <a:pt x="232952" y="4333215"/>
                    <a:pt x="509059" y="4337025"/>
                    <a:pt x="785165" y="4342105"/>
                  </a:cubicBezTo>
                  <a:cubicBezTo>
                    <a:pt x="937750" y="4344645"/>
                    <a:pt x="1090336" y="4349725"/>
                    <a:pt x="1242921" y="4350995"/>
                  </a:cubicBezTo>
                  <a:cubicBezTo>
                    <a:pt x="1497229" y="4353535"/>
                    <a:pt x="4330955" y="4354805"/>
                    <a:pt x="4585263" y="4356075"/>
                  </a:cubicBezTo>
                  <a:cubicBezTo>
                    <a:pt x="4621593" y="4356075"/>
                    <a:pt x="4657923" y="4356075"/>
                    <a:pt x="4694253" y="4356075"/>
                  </a:cubicBezTo>
                  <a:cubicBezTo>
                    <a:pt x="4868636" y="4356075"/>
                    <a:pt x="5050285" y="4354805"/>
                    <a:pt x="5224668" y="4354805"/>
                  </a:cubicBezTo>
                  <a:cubicBezTo>
                    <a:pt x="5428115" y="4354805"/>
                    <a:pt x="5624295" y="4356075"/>
                    <a:pt x="5827742" y="4356075"/>
                  </a:cubicBezTo>
                  <a:cubicBezTo>
                    <a:pt x="6125647" y="4356075"/>
                    <a:pt x="6430818" y="4356075"/>
                    <a:pt x="6728722" y="4356075"/>
                  </a:cubicBezTo>
                  <a:cubicBezTo>
                    <a:pt x="7004828" y="4356075"/>
                    <a:pt x="7280935" y="4357345"/>
                    <a:pt x="7557042" y="4358615"/>
                  </a:cubicBezTo>
                  <a:cubicBezTo>
                    <a:pt x="7680563" y="4358615"/>
                    <a:pt x="7811350" y="4359885"/>
                    <a:pt x="7934871" y="4359885"/>
                  </a:cubicBezTo>
                  <a:cubicBezTo>
                    <a:pt x="8334499" y="4358615"/>
                    <a:pt x="8726861" y="4352265"/>
                    <a:pt x="9097962" y="4352265"/>
                  </a:cubicBezTo>
                  <a:cubicBezTo>
                    <a:pt x="9101772" y="4352265"/>
                    <a:pt x="9106852" y="4349725"/>
                    <a:pt x="9110662" y="4347185"/>
                  </a:cubicBezTo>
                  <a:cubicBezTo>
                    <a:pt x="9115741" y="4343375"/>
                    <a:pt x="9118281" y="4337025"/>
                    <a:pt x="9120822" y="4334485"/>
                  </a:cubicBezTo>
                  <a:cubicBezTo>
                    <a:pt x="9122091" y="4251818"/>
                    <a:pt x="9123362" y="4108898"/>
                    <a:pt x="9124631" y="3965977"/>
                  </a:cubicBezTo>
                  <a:cubicBezTo>
                    <a:pt x="9125902" y="3744790"/>
                    <a:pt x="9136062" y="1621395"/>
                    <a:pt x="9137331" y="1400208"/>
                  </a:cubicBezTo>
                  <a:cubicBezTo>
                    <a:pt x="9137331" y="1267496"/>
                    <a:pt x="9138602" y="1134784"/>
                    <a:pt x="9139872" y="1002071"/>
                  </a:cubicBezTo>
                  <a:cubicBezTo>
                    <a:pt x="9141141" y="859151"/>
                    <a:pt x="9142412" y="716230"/>
                    <a:pt x="9144952" y="573309"/>
                  </a:cubicBezTo>
                  <a:cubicBezTo>
                    <a:pt x="9146222" y="488237"/>
                    <a:pt x="9146222" y="399762"/>
                    <a:pt x="9151302" y="314690"/>
                  </a:cubicBezTo>
                  <a:cubicBezTo>
                    <a:pt x="9156381" y="212604"/>
                    <a:pt x="9158922" y="113921"/>
                    <a:pt x="9157652" y="44450"/>
                  </a:cubicBezTo>
                  <a:cubicBezTo>
                    <a:pt x="9157652" y="38100"/>
                    <a:pt x="9153841" y="30480"/>
                    <a:pt x="914749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07572" y="1427140"/>
            <a:ext cx="5504917" cy="1356209"/>
            <a:chOff x="0" y="0"/>
            <a:chExt cx="1933159" cy="4762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1934429" cy="474989"/>
            </a:xfrm>
            <a:custGeom>
              <a:avLst/>
              <a:gdLst/>
              <a:ahLst/>
              <a:cxnLst/>
              <a:rect r="r" b="b" t="t" l="l"/>
              <a:pathLst>
                <a:path h="474989" w="1934429">
                  <a:moveTo>
                    <a:pt x="1922999" y="27940"/>
                  </a:moveTo>
                  <a:cubicBezTo>
                    <a:pt x="1914109" y="24130"/>
                    <a:pt x="1905219" y="21590"/>
                    <a:pt x="1896329" y="21590"/>
                  </a:cubicBezTo>
                  <a:cubicBezTo>
                    <a:pt x="1869659" y="20320"/>
                    <a:pt x="1840883" y="20320"/>
                    <a:pt x="1810327" y="17780"/>
                  </a:cubicBezTo>
                  <a:cubicBezTo>
                    <a:pt x="1740483" y="12700"/>
                    <a:pt x="1672095" y="6350"/>
                    <a:pt x="1602252" y="3810"/>
                  </a:cubicBezTo>
                  <a:cubicBezTo>
                    <a:pt x="1545504" y="1270"/>
                    <a:pt x="1490212" y="3810"/>
                    <a:pt x="1433464" y="2540"/>
                  </a:cubicBezTo>
                  <a:cubicBezTo>
                    <a:pt x="1408728" y="2540"/>
                    <a:pt x="1383992" y="0"/>
                    <a:pt x="1359256" y="2540"/>
                  </a:cubicBezTo>
                  <a:cubicBezTo>
                    <a:pt x="1299598" y="10160"/>
                    <a:pt x="1239940" y="11430"/>
                    <a:pt x="1178827" y="8890"/>
                  </a:cubicBezTo>
                  <a:cubicBezTo>
                    <a:pt x="1148271" y="7620"/>
                    <a:pt x="1117714" y="7620"/>
                    <a:pt x="1087158" y="7620"/>
                  </a:cubicBezTo>
                  <a:cubicBezTo>
                    <a:pt x="1031865" y="7620"/>
                    <a:pt x="976573" y="7620"/>
                    <a:pt x="921280" y="6350"/>
                  </a:cubicBezTo>
                  <a:cubicBezTo>
                    <a:pt x="863077" y="5080"/>
                    <a:pt x="289780" y="2540"/>
                    <a:pt x="233033" y="1270"/>
                  </a:cubicBezTo>
                  <a:cubicBezTo>
                    <a:pt x="186471" y="0"/>
                    <a:pt x="141364" y="1270"/>
                    <a:pt x="94801" y="1270"/>
                  </a:cubicBezTo>
                  <a:cubicBezTo>
                    <a:pt x="62790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7331"/>
                    <a:pt x="16510" y="93185"/>
                    <a:pt x="17780" y="108760"/>
                  </a:cubicBezTo>
                  <a:cubicBezTo>
                    <a:pt x="19050" y="124613"/>
                    <a:pt x="17780" y="140467"/>
                    <a:pt x="16510" y="156598"/>
                  </a:cubicBezTo>
                  <a:cubicBezTo>
                    <a:pt x="15240" y="173008"/>
                    <a:pt x="2540" y="345170"/>
                    <a:pt x="2540" y="361579"/>
                  </a:cubicBezTo>
                  <a:cubicBezTo>
                    <a:pt x="2540" y="377711"/>
                    <a:pt x="1270" y="393842"/>
                    <a:pt x="0" y="409974"/>
                  </a:cubicBezTo>
                  <a:cubicBezTo>
                    <a:pt x="0" y="420379"/>
                    <a:pt x="3810" y="430539"/>
                    <a:pt x="15240" y="435619"/>
                  </a:cubicBezTo>
                  <a:cubicBezTo>
                    <a:pt x="22860" y="439429"/>
                    <a:pt x="31750" y="441969"/>
                    <a:pt x="40640" y="443239"/>
                  </a:cubicBezTo>
                  <a:cubicBezTo>
                    <a:pt x="93346" y="448319"/>
                    <a:pt x="148639" y="452129"/>
                    <a:pt x="203931" y="457209"/>
                  </a:cubicBezTo>
                  <a:cubicBezTo>
                    <a:pt x="234488" y="459749"/>
                    <a:pt x="265044" y="464829"/>
                    <a:pt x="295601" y="466099"/>
                  </a:cubicBezTo>
                  <a:cubicBezTo>
                    <a:pt x="346528" y="468639"/>
                    <a:pt x="914005" y="469909"/>
                    <a:pt x="964932" y="471179"/>
                  </a:cubicBezTo>
                  <a:cubicBezTo>
                    <a:pt x="972207" y="471179"/>
                    <a:pt x="979483" y="471179"/>
                    <a:pt x="986758" y="471179"/>
                  </a:cubicBezTo>
                  <a:cubicBezTo>
                    <a:pt x="1021680" y="471179"/>
                    <a:pt x="1058056" y="469909"/>
                    <a:pt x="1092978" y="469909"/>
                  </a:cubicBezTo>
                  <a:cubicBezTo>
                    <a:pt x="1133720" y="469909"/>
                    <a:pt x="1173007" y="471179"/>
                    <a:pt x="1213749" y="471179"/>
                  </a:cubicBezTo>
                  <a:cubicBezTo>
                    <a:pt x="1273406" y="471179"/>
                    <a:pt x="1334519" y="471179"/>
                    <a:pt x="1394177" y="471179"/>
                  </a:cubicBezTo>
                  <a:cubicBezTo>
                    <a:pt x="1449470" y="471179"/>
                    <a:pt x="1504762" y="472449"/>
                    <a:pt x="1560055" y="473719"/>
                  </a:cubicBezTo>
                  <a:cubicBezTo>
                    <a:pt x="1584791" y="473719"/>
                    <a:pt x="1610982" y="474989"/>
                    <a:pt x="1635719" y="474989"/>
                  </a:cubicBezTo>
                  <a:cubicBezTo>
                    <a:pt x="1715747" y="473719"/>
                    <a:pt x="1794321" y="467369"/>
                    <a:pt x="1873469" y="467369"/>
                  </a:cubicBezTo>
                  <a:cubicBezTo>
                    <a:pt x="1877279" y="467369"/>
                    <a:pt x="1882359" y="464829"/>
                    <a:pt x="1886169" y="462289"/>
                  </a:cubicBezTo>
                  <a:cubicBezTo>
                    <a:pt x="1891249" y="458479"/>
                    <a:pt x="1893789" y="452129"/>
                    <a:pt x="1896329" y="449589"/>
                  </a:cubicBezTo>
                  <a:cubicBezTo>
                    <a:pt x="1897599" y="408027"/>
                    <a:pt x="1898869" y="396345"/>
                    <a:pt x="1900139" y="384664"/>
                  </a:cubicBezTo>
                  <a:cubicBezTo>
                    <a:pt x="1901409" y="366585"/>
                    <a:pt x="1911569" y="193033"/>
                    <a:pt x="1912839" y="174955"/>
                  </a:cubicBezTo>
                  <a:cubicBezTo>
                    <a:pt x="1912839" y="164108"/>
                    <a:pt x="1914109" y="153261"/>
                    <a:pt x="1915379" y="142414"/>
                  </a:cubicBezTo>
                  <a:cubicBezTo>
                    <a:pt x="1916649" y="130732"/>
                    <a:pt x="1917919" y="119051"/>
                    <a:pt x="1920459" y="107369"/>
                  </a:cubicBezTo>
                  <a:cubicBezTo>
                    <a:pt x="1921729" y="100416"/>
                    <a:pt x="1921729" y="93185"/>
                    <a:pt x="1926809" y="86232"/>
                  </a:cubicBezTo>
                  <a:cubicBezTo>
                    <a:pt x="1931889" y="77888"/>
                    <a:pt x="1934429" y="69822"/>
                    <a:pt x="1933159" y="44450"/>
                  </a:cubicBezTo>
                  <a:cubicBezTo>
                    <a:pt x="1933159" y="38100"/>
                    <a:pt x="1929349" y="30480"/>
                    <a:pt x="1922999" y="27940"/>
                  </a:cubicBezTo>
                  <a:close/>
                </a:path>
              </a:pathLst>
            </a:custGeom>
            <a:solidFill>
              <a:srgbClr val="2F858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02162" y="3638550"/>
            <a:ext cx="13483676" cy="3810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2"/>
              </a:lnSpc>
              <a:spcBef>
                <a:spcPct val="0"/>
              </a:spcBef>
            </a:pPr>
            <a:r>
              <a:rPr lang="en-US" sz="2925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Hãy tưởng tượng rằng bạn được trao một cơ hội để phát biểu tại</a:t>
            </a:r>
          </a:p>
          <a:p>
            <a:pPr algn="ctr" marL="0" indent="0" lvl="0">
              <a:lnSpc>
                <a:spcPts val="3802"/>
              </a:lnSpc>
              <a:spcBef>
                <a:spcPct val="0"/>
              </a:spcBef>
            </a:pPr>
            <a:r>
              <a:rPr lang="en-US" sz="2925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Hội nghị Thượng đỉnh Hành động vì Khí hậu, tập trung vào vấn đề</a:t>
            </a:r>
          </a:p>
          <a:p>
            <a:pPr algn="ctr" marL="0" indent="0" lvl="0">
              <a:lnSpc>
                <a:spcPts val="3802"/>
              </a:lnSpc>
              <a:spcBef>
                <a:spcPct val="0"/>
              </a:spcBef>
            </a:pPr>
            <a:r>
              <a:rPr lang="en-US" sz="2925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môi trường sống bị phá hủy.</a:t>
            </a:r>
          </a:p>
          <a:p>
            <a:pPr algn="ctr" marL="0" indent="0" lvl="0">
              <a:lnSpc>
                <a:spcPts val="3802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02"/>
              </a:lnSpc>
              <a:spcBef>
                <a:spcPct val="0"/>
              </a:spcBef>
            </a:pPr>
            <a:r>
              <a:rPr lang="en-US" sz="2925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Viết và ghi lại một bài phát biểu kéo dài 3 phút, tập trung vào một</a:t>
            </a:r>
          </a:p>
          <a:p>
            <a:pPr algn="ctr" marL="0" indent="0" lvl="0">
              <a:lnSpc>
                <a:spcPts val="3802"/>
              </a:lnSpc>
              <a:spcBef>
                <a:spcPct val="0"/>
              </a:spcBef>
            </a:pPr>
            <a:r>
              <a:rPr lang="en-US" sz="2925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môi trường sống cụ thể đang trong tình trạng nguy hiểm và những gì</a:t>
            </a:r>
          </a:p>
          <a:p>
            <a:pPr algn="ctr" marL="0" indent="0" lvl="0">
              <a:lnSpc>
                <a:spcPts val="3802"/>
              </a:lnSpc>
              <a:spcBef>
                <a:spcPct val="0"/>
              </a:spcBef>
            </a:pPr>
            <a:r>
              <a:rPr lang="en-US" sz="2925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chúng ta có thể làm để bảo vệ nó. Hãy củng cố các tuyên bố của bạn</a:t>
            </a:r>
          </a:p>
          <a:p>
            <a:pPr algn="ctr" marL="0" indent="0" lvl="0">
              <a:lnSpc>
                <a:spcPts val="3802"/>
              </a:lnSpc>
              <a:spcBef>
                <a:spcPct val="0"/>
              </a:spcBef>
            </a:pPr>
            <a:r>
              <a:rPr lang="en-US" sz="2925" u="none">
                <a:solidFill>
                  <a:srgbClr val="1B3B3A"/>
                </a:solidFill>
                <a:latin typeface="Asap"/>
                <a:ea typeface="Asap"/>
                <a:cs typeface="Asap"/>
                <a:sym typeface="Asap"/>
              </a:rPr>
              <a:t>bằng nghiên cứu liên quan.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51508" y="8434071"/>
            <a:ext cx="8901084" cy="2898115"/>
          </a:xfrm>
          <a:custGeom>
            <a:avLst/>
            <a:gdLst/>
            <a:ahLst/>
            <a:cxnLst/>
            <a:rect r="r" b="b" t="t" l="l"/>
            <a:pathLst>
              <a:path h="2898115" w="8901084">
                <a:moveTo>
                  <a:pt x="0" y="0"/>
                </a:moveTo>
                <a:lnTo>
                  <a:pt x="8901084" y="0"/>
                </a:lnTo>
                <a:lnTo>
                  <a:pt x="8901084" y="2898115"/>
                </a:lnTo>
                <a:lnTo>
                  <a:pt x="0" y="2898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12" t="0" r="-4186" b="-278988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656201" y="6459268"/>
            <a:ext cx="6296391" cy="5598064"/>
          </a:xfrm>
          <a:custGeom>
            <a:avLst/>
            <a:gdLst/>
            <a:ahLst/>
            <a:cxnLst/>
            <a:rect r="r" b="b" t="t" l="l"/>
            <a:pathLst>
              <a:path h="5598064" w="6296391">
                <a:moveTo>
                  <a:pt x="6296391" y="0"/>
                </a:moveTo>
                <a:lnTo>
                  <a:pt x="0" y="0"/>
                </a:lnTo>
                <a:lnTo>
                  <a:pt x="0" y="5598064"/>
                </a:lnTo>
                <a:lnTo>
                  <a:pt x="6296391" y="5598064"/>
                </a:lnTo>
                <a:lnTo>
                  <a:pt x="62963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137235" y="7629529"/>
            <a:ext cx="8901084" cy="2898115"/>
          </a:xfrm>
          <a:custGeom>
            <a:avLst/>
            <a:gdLst/>
            <a:ahLst/>
            <a:cxnLst/>
            <a:rect r="r" b="b" t="t" l="l"/>
            <a:pathLst>
              <a:path h="2898115" w="8901084">
                <a:moveTo>
                  <a:pt x="0" y="0"/>
                </a:moveTo>
                <a:lnTo>
                  <a:pt x="8901083" y="0"/>
                </a:lnTo>
                <a:lnTo>
                  <a:pt x="8901083" y="2898115"/>
                </a:lnTo>
                <a:lnTo>
                  <a:pt x="0" y="2898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12" t="0" r="-4186" b="-27898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68282">
            <a:off x="-4143097" y="7527186"/>
            <a:ext cx="7722325" cy="7610000"/>
          </a:xfrm>
          <a:custGeom>
            <a:avLst/>
            <a:gdLst/>
            <a:ahLst/>
            <a:cxnLst/>
            <a:rect r="r" b="b" t="t" l="l"/>
            <a:pathLst>
              <a:path h="7610000" w="7722325">
                <a:moveTo>
                  <a:pt x="0" y="0"/>
                </a:moveTo>
                <a:lnTo>
                  <a:pt x="7722325" y="0"/>
                </a:lnTo>
                <a:lnTo>
                  <a:pt x="7722325" y="7610000"/>
                </a:lnTo>
                <a:lnTo>
                  <a:pt x="0" y="7610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05671" y="1799874"/>
            <a:ext cx="4708720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b="true" sz="5000" spc="-55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Bài tập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6492" y="1162050"/>
            <a:ext cx="5488441" cy="2390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9"/>
              </a:lnSpc>
            </a:pPr>
            <a:r>
              <a:rPr lang="en-US" sz="8874" spc="-97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Trang</a:t>
            </a:r>
          </a:p>
          <a:p>
            <a:pPr algn="l">
              <a:lnSpc>
                <a:spcPts val="9229"/>
              </a:lnSpc>
            </a:pPr>
            <a:r>
              <a:rPr lang="en-US" sz="8874" spc="-97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tài nguyên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6492" y="7922225"/>
            <a:ext cx="501429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Sử dụng các biểu tượng và hình minh họa này trong Bài thuyết trình Canva của bạn. Thiết kế vui vẻ! Hãy nhớ xóa trang này</a:t>
            </a:r>
          </a:p>
          <a:p>
            <a:pPr algn="l">
              <a:lnSpc>
                <a:spcPts val="2600"/>
              </a:lnSpc>
            </a:pPr>
            <a:r>
              <a:rPr lang="en-US" sz="2000" i="true">
                <a:solidFill>
                  <a:srgbClr val="FFFFFF"/>
                </a:solidFill>
                <a:latin typeface="Asap Italics"/>
                <a:ea typeface="Asap Italics"/>
                <a:cs typeface="Asap Italics"/>
                <a:sym typeface="Asap Italics"/>
              </a:rPr>
              <a:t>trước khi thuyết trình.</a:t>
            </a:r>
          </a:p>
        </p:txBody>
      </p:sp>
      <p:grpSp>
        <p:nvGrpSpPr>
          <p:cNvPr name="Group 4" id="4"/>
          <p:cNvGrpSpPr/>
          <p:nvPr/>
        </p:nvGrpSpPr>
        <p:grpSpPr>
          <a:xfrm rot="9780">
            <a:off x="7126315" y="1043081"/>
            <a:ext cx="10121339" cy="8200838"/>
            <a:chOff x="0" y="0"/>
            <a:chExt cx="6163236" cy="4993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6164506" cy="4992506"/>
            </a:xfrm>
            <a:custGeom>
              <a:avLst/>
              <a:gdLst/>
              <a:ahLst/>
              <a:cxnLst/>
              <a:rect r="r" b="b" t="t" l="l"/>
              <a:pathLst>
                <a:path h="4992506" w="6164506">
                  <a:moveTo>
                    <a:pt x="6153076" y="27940"/>
                  </a:moveTo>
                  <a:cubicBezTo>
                    <a:pt x="6144186" y="24130"/>
                    <a:pt x="6135296" y="21590"/>
                    <a:pt x="6126406" y="21590"/>
                  </a:cubicBezTo>
                  <a:cubicBezTo>
                    <a:pt x="6099736" y="20320"/>
                    <a:pt x="6008893" y="20320"/>
                    <a:pt x="5906887" y="17780"/>
                  </a:cubicBezTo>
                  <a:cubicBezTo>
                    <a:pt x="5673729" y="12700"/>
                    <a:pt x="5445428" y="6350"/>
                    <a:pt x="5212271" y="3810"/>
                  </a:cubicBezTo>
                  <a:cubicBezTo>
                    <a:pt x="5022829" y="1270"/>
                    <a:pt x="4838247" y="3810"/>
                    <a:pt x="4648806" y="2540"/>
                  </a:cubicBezTo>
                  <a:cubicBezTo>
                    <a:pt x="4566229" y="2540"/>
                    <a:pt x="4483652" y="0"/>
                    <a:pt x="4401075" y="2540"/>
                  </a:cubicBezTo>
                  <a:cubicBezTo>
                    <a:pt x="4201919" y="10160"/>
                    <a:pt x="4002764" y="11430"/>
                    <a:pt x="3798751" y="8890"/>
                  </a:cubicBezTo>
                  <a:cubicBezTo>
                    <a:pt x="3696744" y="7620"/>
                    <a:pt x="3594738" y="7620"/>
                    <a:pt x="3492731" y="7620"/>
                  </a:cubicBezTo>
                  <a:cubicBezTo>
                    <a:pt x="3308147" y="7620"/>
                    <a:pt x="3123564" y="7620"/>
                    <a:pt x="2938981" y="6350"/>
                  </a:cubicBezTo>
                  <a:cubicBezTo>
                    <a:pt x="2744683" y="5080"/>
                    <a:pt x="830845" y="2540"/>
                    <a:pt x="641404" y="1270"/>
                  </a:cubicBezTo>
                  <a:cubicBezTo>
                    <a:pt x="485966" y="0"/>
                    <a:pt x="335384" y="1270"/>
                    <a:pt x="179946" y="1270"/>
                  </a:cubicBezTo>
                  <a:cubicBezTo>
                    <a:pt x="7308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226718"/>
                    <a:pt x="16510" y="449686"/>
                    <a:pt x="17780" y="668742"/>
                  </a:cubicBezTo>
                  <a:cubicBezTo>
                    <a:pt x="19050" y="891710"/>
                    <a:pt x="17780" y="1114677"/>
                    <a:pt x="16510" y="1341557"/>
                  </a:cubicBezTo>
                  <a:cubicBezTo>
                    <a:pt x="15240" y="1572348"/>
                    <a:pt x="2540" y="3993699"/>
                    <a:pt x="2540" y="4224490"/>
                  </a:cubicBezTo>
                  <a:cubicBezTo>
                    <a:pt x="2540" y="4451369"/>
                    <a:pt x="1270" y="4678248"/>
                    <a:pt x="0" y="4905128"/>
                  </a:cubicBezTo>
                  <a:cubicBezTo>
                    <a:pt x="0" y="4937896"/>
                    <a:pt x="3810" y="4948056"/>
                    <a:pt x="15240" y="4953136"/>
                  </a:cubicBezTo>
                  <a:cubicBezTo>
                    <a:pt x="22860" y="4956946"/>
                    <a:pt x="31750" y="4959486"/>
                    <a:pt x="40640" y="4960756"/>
                  </a:cubicBezTo>
                  <a:cubicBezTo>
                    <a:pt x="175088" y="4965836"/>
                    <a:pt x="359672" y="4969646"/>
                    <a:pt x="544255" y="4974726"/>
                  </a:cubicBezTo>
                  <a:cubicBezTo>
                    <a:pt x="646261" y="4977266"/>
                    <a:pt x="748268" y="4982346"/>
                    <a:pt x="850275" y="4983616"/>
                  </a:cubicBezTo>
                  <a:cubicBezTo>
                    <a:pt x="1020285" y="4986156"/>
                    <a:pt x="2914694" y="4987426"/>
                    <a:pt x="3084705" y="4988696"/>
                  </a:cubicBezTo>
                  <a:cubicBezTo>
                    <a:pt x="3108992" y="4988696"/>
                    <a:pt x="3133279" y="4988696"/>
                    <a:pt x="3157566" y="4988696"/>
                  </a:cubicBezTo>
                  <a:cubicBezTo>
                    <a:pt x="3274145" y="4988696"/>
                    <a:pt x="3395582" y="4987426"/>
                    <a:pt x="3512160" y="4987426"/>
                  </a:cubicBezTo>
                  <a:cubicBezTo>
                    <a:pt x="3648169" y="4987426"/>
                    <a:pt x="3779320" y="4988696"/>
                    <a:pt x="3915330" y="4988696"/>
                  </a:cubicBezTo>
                  <a:cubicBezTo>
                    <a:pt x="4114485" y="4988696"/>
                    <a:pt x="4318498" y="4988696"/>
                    <a:pt x="4517654" y="4988696"/>
                  </a:cubicBezTo>
                  <a:cubicBezTo>
                    <a:pt x="4702237" y="4988696"/>
                    <a:pt x="4886821" y="4989966"/>
                    <a:pt x="5071404" y="4991236"/>
                  </a:cubicBezTo>
                  <a:cubicBezTo>
                    <a:pt x="5153981" y="4991236"/>
                    <a:pt x="5241415" y="4992506"/>
                    <a:pt x="5323992" y="4992506"/>
                  </a:cubicBezTo>
                  <a:cubicBezTo>
                    <a:pt x="5591152" y="4991236"/>
                    <a:pt x="5853454" y="4984886"/>
                    <a:pt x="6103546" y="4984886"/>
                  </a:cubicBezTo>
                  <a:cubicBezTo>
                    <a:pt x="6107356" y="4984886"/>
                    <a:pt x="6112436" y="4982346"/>
                    <a:pt x="6116246" y="4979806"/>
                  </a:cubicBezTo>
                  <a:cubicBezTo>
                    <a:pt x="6121326" y="4975996"/>
                    <a:pt x="6123866" y="4969646"/>
                    <a:pt x="6126406" y="4967106"/>
                  </a:cubicBezTo>
                  <a:cubicBezTo>
                    <a:pt x="6127676" y="4877746"/>
                    <a:pt x="6128946" y="4713454"/>
                    <a:pt x="6130216" y="4549162"/>
                  </a:cubicBezTo>
                  <a:cubicBezTo>
                    <a:pt x="6131486" y="4294901"/>
                    <a:pt x="6141646" y="1853991"/>
                    <a:pt x="6142916" y="1599730"/>
                  </a:cubicBezTo>
                  <a:cubicBezTo>
                    <a:pt x="6142916" y="1447173"/>
                    <a:pt x="6144186" y="1294616"/>
                    <a:pt x="6145456" y="1142059"/>
                  </a:cubicBezTo>
                  <a:cubicBezTo>
                    <a:pt x="6146726" y="977767"/>
                    <a:pt x="6147996" y="813475"/>
                    <a:pt x="6150536" y="649183"/>
                  </a:cubicBezTo>
                  <a:cubicBezTo>
                    <a:pt x="6151806" y="551390"/>
                    <a:pt x="6151806" y="449686"/>
                    <a:pt x="6156886" y="351893"/>
                  </a:cubicBezTo>
                  <a:cubicBezTo>
                    <a:pt x="6161966" y="234541"/>
                    <a:pt x="6164506" y="121102"/>
                    <a:pt x="6163236" y="44450"/>
                  </a:cubicBezTo>
                  <a:cubicBezTo>
                    <a:pt x="6163236" y="38100"/>
                    <a:pt x="6159426" y="30480"/>
                    <a:pt x="6153076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540753" y="1527309"/>
            <a:ext cx="2149491" cy="2118225"/>
          </a:xfrm>
          <a:custGeom>
            <a:avLst/>
            <a:gdLst/>
            <a:ahLst/>
            <a:cxnLst/>
            <a:rect r="r" b="b" t="t" l="l"/>
            <a:pathLst>
              <a:path h="2118225" w="2149491">
                <a:moveTo>
                  <a:pt x="0" y="0"/>
                </a:moveTo>
                <a:lnTo>
                  <a:pt x="2149491" y="0"/>
                </a:lnTo>
                <a:lnTo>
                  <a:pt x="2149491" y="2118225"/>
                </a:lnTo>
                <a:lnTo>
                  <a:pt x="0" y="2118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02423" y="1527309"/>
            <a:ext cx="1971875" cy="2118225"/>
          </a:xfrm>
          <a:custGeom>
            <a:avLst/>
            <a:gdLst/>
            <a:ahLst/>
            <a:cxnLst/>
            <a:rect r="r" b="b" t="t" l="l"/>
            <a:pathLst>
              <a:path h="2118225" w="1971875">
                <a:moveTo>
                  <a:pt x="0" y="0"/>
                </a:moveTo>
                <a:lnTo>
                  <a:pt x="1971875" y="0"/>
                </a:lnTo>
                <a:lnTo>
                  <a:pt x="1971875" y="2118225"/>
                </a:lnTo>
                <a:lnTo>
                  <a:pt x="0" y="2118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568396" y="1679190"/>
            <a:ext cx="2304746" cy="1814463"/>
          </a:xfrm>
          <a:custGeom>
            <a:avLst/>
            <a:gdLst/>
            <a:ahLst/>
            <a:cxnLst/>
            <a:rect r="r" b="b" t="t" l="l"/>
            <a:pathLst>
              <a:path h="1814463" w="2304746">
                <a:moveTo>
                  <a:pt x="2304746" y="0"/>
                </a:moveTo>
                <a:lnTo>
                  <a:pt x="0" y="0"/>
                </a:lnTo>
                <a:lnTo>
                  <a:pt x="0" y="1814463"/>
                </a:lnTo>
                <a:lnTo>
                  <a:pt x="2304746" y="1814463"/>
                </a:lnTo>
                <a:lnTo>
                  <a:pt x="23047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7792745" y="4747652"/>
            <a:ext cx="1947009" cy="1497427"/>
          </a:xfrm>
          <a:custGeom>
            <a:avLst/>
            <a:gdLst/>
            <a:ahLst/>
            <a:cxnLst/>
            <a:rect r="r" b="b" t="t" l="l"/>
            <a:pathLst>
              <a:path h="1497427" w="1947009">
                <a:moveTo>
                  <a:pt x="1947008" y="0"/>
                </a:moveTo>
                <a:lnTo>
                  <a:pt x="0" y="0"/>
                </a:lnTo>
                <a:lnTo>
                  <a:pt x="0" y="1497427"/>
                </a:lnTo>
                <a:lnTo>
                  <a:pt x="1947008" y="1497427"/>
                </a:lnTo>
                <a:lnTo>
                  <a:pt x="194700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37838" y="1679190"/>
            <a:ext cx="1451206" cy="1826461"/>
          </a:xfrm>
          <a:custGeom>
            <a:avLst/>
            <a:gdLst/>
            <a:ahLst/>
            <a:cxnLst/>
            <a:rect r="r" b="b" t="t" l="l"/>
            <a:pathLst>
              <a:path h="1826461" w="1451206">
                <a:moveTo>
                  <a:pt x="0" y="0"/>
                </a:moveTo>
                <a:lnTo>
                  <a:pt x="1451206" y="0"/>
                </a:lnTo>
                <a:lnTo>
                  <a:pt x="1451206" y="1826461"/>
                </a:lnTo>
                <a:lnTo>
                  <a:pt x="0" y="1826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83383" y="7001380"/>
            <a:ext cx="2216039" cy="1970260"/>
          </a:xfrm>
          <a:custGeom>
            <a:avLst/>
            <a:gdLst/>
            <a:ahLst/>
            <a:cxnLst/>
            <a:rect r="r" b="b" t="t" l="l"/>
            <a:pathLst>
              <a:path h="1970260" w="2216039">
                <a:moveTo>
                  <a:pt x="0" y="0"/>
                </a:moveTo>
                <a:lnTo>
                  <a:pt x="2216039" y="0"/>
                </a:lnTo>
                <a:lnTo>
                  <a:pt x="2216039" y="1970260"/>
                </a:lnTo>
                <a:lnTo>
                  <a:pt x="0" y="1970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116082" y="4263386"/>
            <a:ext cx="1757060" cy="2034490"/>
          </a:xfrm>
          <a:custGeom>
            <a:avLst/>
            <a:gdLst/>
            <a:ahLst/>
            <a:cxnLst/>
            <a:rect r="r" b="b" t="t" l="l"/>
            <a:pathLst>
              <a:path h="2034490" w="1757060">
                <a:moveTo>
                  <a:pt x="0" y="0"/>
                </a:moveTo>
                <a:lnTo>
                  <a:pt x="1757060" y="0"/>
                </a:lnTo>
                <a:lnTo>
                  <a:pt x="1757060" y="2034491"/>
                </a:lnTo>
                <a:lnTo>
                  <a:pt x="0" y="20344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858426">
            <a:off x="12362585" y="4074428"/>
            <a:ext cx="2473674" cy="2050901"/>
          </a:xfrm>
          <a:custGeom>
            <a:avLst/>
            <a:gdLst/>
            <a:ahLst/>
            <a:cxnLst/>
            <a:rect r="r" b="b" t="t" l="l"/>
            <a:pathLst>
              <a:path h="2050901" w="2473674">
                <a:moveTo>
                  <a:pt x="0" y="0"/>
                </a:moveTo>
                <a:lnTo>
                  <a:pt x="2473674" y="0"/>
                </a:lnTo>
                <a:lnTo>
                  <a:pt x="2473674" y="2050901"/>
                </a:lnTo>
                <a:lnTo>
                  <a:pt x="0" y="20509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089044" y="6494126"/>
            <a:ext cx="2795744" cy="2389090"/>
          </a:xfrm>
          <a:custGeom>
            <a:avLst/>
            <a:gdLst/>
            <a:ahLst/>
            <a:cxnLst/>
            <a:rect r="r" b="b" t="t" l="l"/>
            <a:pathLst>
              <a:path h="2389090" w="2795744">
                <a:moveTo>
                  <a:pt x="0" y="0"/>
                </a:moveTo>
                <a:lnTo>
                  <a:pt x="2795744" y="0"/>
                </a:lnTo>
                <a:lnTo>
                  <a:pt x="2795744" y="2389090"/>
                </a:lnTo>
                <a:lnTo>
                  <a:pt x="0" y="238909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7792745" y="7070740"/>
            <a:ext cx="2960449" cy="1760121"/>
          </a:xfrm>
          <a:custGeom>
            <a:avLst/>
            <a:gdLst/>
            <a:ahLst/>
            <a:cxnLst/>
            <a:rect r="r" b="b" t="t" l="l"/>
            <a:pathLst>
              <a:path h="1760121" w="2960449">
                <a:moveTo>
                  <a:pt x="2960448" y="0"/>
                </a:moveTo>
                <a:lnTo>
                  <a:pt x="0" y="0"/>
                </a:lnTo>
                <a:lnTo>
                  <a:pt x="0" y="1760121"/>
                </a:lnTo>
                <a:lnTo>
                  <a:pt x="2960448" y="1760121"/>
                </a:lnTo>
                <a:lnTo>
                  <a:pt x="2960448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02423" y="4839289"/>
            <a:ext cx="1922936" cy="968336"/>
          </a:xfrm>
          <a:custGeom>
            <a:avLst/>
            <a:gdLst/>
            <a:ahLst/>
            <a:cxnLst/>
            <a:rect r="r" b="b" t="t" l="l"/>
            <a:pathLst>
              <a:path h="968336" w="1922936">
                <a:moveTo>
                  <a:pt x="0" y="0"/>
                </a:moveTo>
                <a:lnTo>
                  <a:pt x="1922936" y="0"/>
                </a:lnTo>
                <a:lnTo>
                  <a:pt x="1922936" y="968336"/>
                </a:lnTo>
                <a:lnTo>
                  <a:pt x="0" y="96833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62413" y="-211570"/>
            <a:ext cx="12853059" cy="10983523"/>
          </a:xfrm>
          <a:custGeom>
            <a:avLst/>
            <a:gdLst/>
            <a:ahLst/>
            <a:cxnLst/>
            <a:rect r="r" b="b" t="t" l="l"/>
            <a:pathLst>
              <a:path h="10983523" w="12853059">
                <a:moveTo>
                  <a:pt x="0" y="0"/>
                </a:moveTo>
                <a:lnTo>
                  <a:pt x="12853059" y="0"/>
                </a:lnTo>
                <a:lnTo>
                  <a:pt x="12853059" y="10983522"/>
                </a:lnTo>
                <a:lnTo>
                  <a:pt x="0" y="1098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4169" y="-2386496"/>
            <a:ext cx="12853059" cy="10983523"/>
          </a:xfrm>
          <a:custGeom>
            <a:avLst/>
            <a:gdLst/>
            <a:ahLst/>
            <a:cxnLst/>
            <a:rect r="r" b="b" t="t" l="l"/>
            <a:pathLst>
              <a:path h="10983523" w="12853059">
                <a:moveTo>
                  <a:pt x="0" y="0"/>
                </a:moveTo>
                <a:lnTo>
                  <a:pt x="12853059" y="0"/>
                </a:lnTo>
                <a:lnTo>
                  <a:pt x="12853059" y="10983523"/>
                </a:lnTo>
                <a:lnTo>
                  <a:pt x="0" y="10983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38371" y="4525370"/>
            <a:ext cx="6211258" cy="1236260"/>
            <a:chOff x="0" y="0"/>
            <a:chExt cx="8281677" cy="1648346"/>
          </a:xfrm>
        </p:grpSpPr>
        <p:grpSp>
          <p:nvGrpSpPr>
            <p:cNvPr name="Group 5" id="5"/>
            <p:cNvGrpSpPr/>
            <p:nvPr/>
          </p:nvGrpSpPr>
          <p:grpSpPr>
            <a:xfrm rot="9780">
              <a:off x="2295" y="11771"/>
              <a:ext cx="8277088" cy="1624804"/>
              <a:chOff x="0" y="0"/>
              <a:chExt cx="3780156" cy="7420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-1270"/>
                <a:ext cx="3781425" cy="740780"/>
              </a:xfrm>
              <a:custGeom>
                <a:avLst/>
                <a:gdLst/>
                <a:ahLst/>
                <a:cxnLst/>
                <a:rect r="r" b="b" t="t" l="l"/>
                <a:pathLst>
                  <a:path h="740780" w="3781425">
                    <a:moveTo>
                      <a:pt x="3769995" y="27940"/>
                    </a:moveTo>
                    <a:cubicBezTo>
                      <a:pt x="3761106" y="24130"/>
                      <a:pt x="3752216" y="21590"/>
                      <a:pt x="3743325" y="21590"/>
                    </a:cubicBezTo>
                    <a:cubicBezTo>
                      <a:pt x="3716656" y="20320"/>
                      <a:pt x="3660779" y="20320"/>
                      <a:pt x="3599025" y="17780"/>
                    </a:cubicBezTo>
                    <a:cubicBezTo>
                      <a:pt x="3457873" y="12700"/>
                      <a:pt x="3319662" y="6350"/>
                      <a:pt x="3178510" y="3810"/>
                    </a:cubicBezTo>
                    <a:cubicBezTo>
                      <a:pt x="3063823" y="1270"/>
                      <a:pt x="2952078" y="3810"/>
                      <a:pt x="2837392" y="2540"/>
                    </a:cubicBezTo>
                    <a:cubicBezTo>
                      <a:pt x="2787401" y="2540"/>
                      <a:pt x="2737409" y="0"/>
                      <a:pt x="2687418" y="2540"/>
                    </a:cubicBezTo>
                    <a:cubicBezTo>
                      <a:pt x="2566851" y="10160"/>
                      <a:pt x="2446283" y="11430"/>
                      <a:pt x="2322775" y="8890"/>
                    </a:cubicBezTo>
                    <a:cubicBezTo>
                      <a:pt x="2261021" y="7620"/>
                      <a:pt x="2199267" y="7620"/>
                      <a:pt x="2137513" y="7620"/>
                    </a:cubicBezTo>
                    <a:cubicBezTo>
                      <a:pt x="2025768" y="7620"/>
                      <a:pt x="1914023" y="7620"/>
                      <a:pt x="1802277" y="6350"/>
                    </a:cubicBezTo>
                    <a:cubicBezTo>
                      <a:pt x="1684651" y="5080"/>
                      <a:pt x="526028" y="2540"/>
                      <a:pt x="411342" y="1270"/>
                    </a:cubicBezTo>
                    <a:cubicBezTo>
                      <a:pt x="317240" y="0"/>
                      <a:pt x="226080" y="1270"/>
                      <a:pt x="131978" y="1270"/>
                    </a:cubicBezTo>
                    <a:cubicBezTo>
                      <a:pt x="67284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86121"/>
                      <a:pt x="16510" y="114160"/>
                      <a:pt x="17780" y="141707"/>
                    </a:cubicBezTo>
                    <a:cubicBezTo>
                      <a:pt x="19050" y="169746"/>
                      <a:pt x="17780" y="197785"/>
                      <a:pt x="16510" y="226316"/>
                    </a:cubicBezTo>
                    <a:cubicBezTo>
                      <a:pt x="15240" y="255339"/>
                      <a:pt x="2540" y="559833"/>
                      <a:pt x="2540" y="588856"/>
                    </a:cubicBezTo>
                    <a:cubicBezTo>
                      <a:pt x="2540" y="617387"/>
                      <a:pt x="1270" y="645918"/>
                      <a:pt x="0" y="674449"/>
                    </a:cubicBezTo>
                    <a:cubicBezTo>
                      <a:pt x="0" y="686170"/>
                      <a:pt x="3810" y="696330"/>
                      <a:pt x="15240" y="701410"/>
                    </a:cubicBezTo>
                    <a:cubicBezTo>
                      <a:pt x="22860" y="705220"/>
                      <a:pt x="31750" y="707760"/>
                      <a:pt x="40640" y="709030"/>
                    </a:cubicBezTo>
                    <a:cubicBezTo>
                      <a:pt x="129038" y="714110"/>
                      <a:pt x="240783" y="717920"/>
                      <a:pt x="352528" y="723000"/>
                    </a:cubicBezTo>
                    <a:cubicBezTo>
                      <a:pt x="414282" y="725540"/>
                      <a:pt x="476036" y="730620"/>
                      <a:pt x="537790" y="731890"/>
                    </a:cubicBezTo>
                    <a:cubicBezTo>
                      <a:pt x="640714" y="734430"/>
                      <a:pt x="1787574" y="735700"/>
                      <a:pt x="1890497" y="736970"/>
                    </a:cubicBezTo>
                    <a:cubicBezTo>
                      <a:pt x="1905201" y="736970"/>
                      <a:pt x="1919904" y="736970"/>
                      <a:pt x="1934607" y="736970"/>
                    </a:cubicBezTo>
                    <a:cubicBezTo>
                      <a:pt x="2005183" y="736970"/>
                      <a:pt x="2078700" y="735700"/>
                      <a:pt x="2149276" y="735700"/>
                    </a:cubicBezTo>
                    <a:cubicBezTo>
                      <a:pt x="2231615" y="735700"/>
                      <a:pt x="2311013" y="736970"/>
                      <a:pt x="2393351" y="736970"/>
                    </a:cubicBezTo>
                    <a:cubicBezTo>
                      <a:pt x="2513919" y="736970"/>
                      <a:pt x="2637427" y="736970"/>
                      <a:pt x="2757994" y="736970"/>
                    </a:cubicBezTo>
                    <a:cubicBezTo>
                      <a:pt x="2869739" y="736970"/>
                      <a:pt x="2981485" y="738240"/>
                      <a:pt x="3093230" y="739510"/>
                    </a:cubicBezTo>
                    <a:cubicBezTo>
                      <a:pt x="3143222" y="739510"/>
                      <a:pt x="3196154" y="740780"/>
                      <a:pt x="3246145" y="740780"/>
                    </a:cubicBezTo>
                    <a:cubicBezTo>
                      <a:pt x="3407882" y="739510"/>
                      <a:pt x="3566678" y="733160"/>
                      <a:pt x="3720466" y="733160"/>
                    </a:cubicBezTo>
                    <a:cubicBezTo>
                      <a:pt x="3724275" y="733160"/>
                      <a:pt x="3729356" y="730620"/>
                      <a:pt x="3733166" y="728080"/>
                    </a:cubicBezTo>
                    <a:cubicBezTo>
                      <a:pt x="3738245" y="724270"/>
                      <a:pt x="3740786" y="717920"/>
                      <a:pt x="3743325" y="715380"/>
                    </a:cubicBezTo>
                    <a:cubicBezTo>
                      <a:pt x="3744595" y="671005"/>
                      <a:pt x="3745866" y="650345"/>
                      <a:pt x="3747136" y="629684"/>
                    </a:cubicBezTo>
                    <a:cubicBezTo>
                      <a:pt x="3748406" y="597710"/>
                      <a:pt x="3758566" y="290756"/>
                      <a:pt x="3759836" y="258782"/>
                    </a:cubicBezTo>
                    <a:cubicBezTo>
                      <a:pt x="3759836" y="239597"/>
                      <a:pt x="3761106" y="220413"/>
                      <a:pt x="3762375" y="201228"/>
                    </a:cubicBezTo>
                    <a:cubicBezTo>
                      <a:pt x="3763645" y="180568"/>
                      <a:pt x="3764916" y="159908"/>
                      <a:pt x="3767456" y="139247"/>
                    </a:cubicBezTo>
                    <a:cubicBezTo>
                      <a:pt x="3768725" y="126949"/>
                      <a:pt x="3768725" y="114160"/>
                      <a:pt x="3773806" y="101862"/>
                    </a:cubicBezTo>
                    <a:cubicBezTo>
                      <a:pt x="3778886" y="87104"/>
                      <a:pt x="3781425" y="72839"/>
                      <a:pt x="3780156" y="44450"/>
                    </a:cubicBezTo>
                    <a:cubicBezTo>
                      <a:pt x="3780156" y="38100"/>
                      <a:pt x="3776345" y="30480"/>
                      <a:pt x="3769995" y="279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215402" y="449532"/>
              <a:ext cx="7850873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639"/>
                </a:lnSpc>
              </a:pPr>
              <a:r>
                <a:rPr lang="en-US" b="true" sz="2199">
                  <a:solidFill>
                    <a:srgbClr val="2E2C2B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Hãy thử nền này cho lớp học online.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15402" y="1011507"/>
              <a:ext cx="7850873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319"/>
                </a:lnSpc>
              </a:pPr>
              <a:r>
                <a:rPr lang="en-US" sz="1099">
                  <a:solidFill>
                    <a:srgbClr val="2E2C2B"/>
                  </a:solidFill>
                  <a:latin typeface="Asap"/>
                  <a:ea typeface="Asap"/>
                  <a:cs typeface="Asap"/>
                  <a:sym typeface="Asap"/>
                </a:rPr>
                <a:t>*Vui lòng xóa mục này trước khi tải xuống.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64823" y="7255191"/>
            <a:ext cx="5344133" cy="4751420"/>
          </a:xfrm>
          <a:custGeom>
            <a:avLst/>
            <a:gdLst/>
            <a:ahLst/>
            <a:cxnLst/>
            <a:rect r="r" b="b" t="t" l="l"/>
            <a:pathLst>
              <a:path h="4751420" w="5344133">
                <a:moveTo>
                  <a:pt x="0" y="0"/>
                </a:moveTo>
                <a:lnTo>
                  <a:pt x="5344133" y="0"/>
                </a:lnTo>
                <a:lnTo>
                  <a:pt x="5344133" y="4751420"/>
                </a:lnTo>
                <a:lnTo>
                  <a:pt x="0" y="4751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394619">
            <a:off x="13798841" y="7508996"/>
            <a:ext cx="6920917" cy="4114800"/>
          </a:xfrm>
          <a:custGeom>
            <a:avLst/>
            <a:gdLst/>
            <a:ahLst/>
            <a:cxnLst/>
            <a:rect r="r" b="b" t="t" l="l"/>
            <a:pathLst>
              <a:path h="4114800" w="6920917">
                <a:moveTo>
                  <a:pt x="6920918" y="0"/>
                </a:moveTo>
                <a:lnTo>
                  <a:pt x="0" y="0"/>
                </a:lnTo>
                <a:lnTo>
                  <a:pt x="0" y="4114800"/>
                </a:lnTo>
                <a:lnTo>
                  <a:pt x="6920918" y="4114800"/>
                </a:lnTo>
                <a:lnTo>
                  <a:pt x="692091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7515" y="3992758"/>
            <a:ext cx="5223140" cy="223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0"/>
              </a:lnSpc>
            </a:pPr>
            <a:r>
              <a:rPr lang="en-US" sz="4774" spc="-52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Nhấn các phím này khi ở chế độ</a:t>
            </a:r>
          </a:p>
          <a:p>
            <a:pPr algn="l">
              <a:lnSpc>
                <a:spcPts val="5920"/>
              </a:lnSpc>
            </a:pPr>
            <a:r>
              <a:rPr lang="en-US" sz="4774" spc="-52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Thuyết trình!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47356" y="2860922"/>
            <a:ext cx="4265128" cy="783194"/>
            <a:chOff x="0" y="0"/>
            <a:chExt cx="5686837" cy="1044258"/>
          </a:xfrm>
        </p:grpSpPr>
        <p:grpSp>
          <p:nvGrpSpPr>
            <p:cNvPr name="Group 4" id="4"/>
            <p:cNvGrpSpPr/>
            <p:nvPr/>
          </p:nvGrpSpPr>
          <p:grpSpPr>
            <a:xfrm rot="-11283">
              <a:off x="89291" y="9903"/>
              <a:ext cx="5595878" cy="1025174"/>
              <a:chOff x="0" y="0"/>
              <a:chExt cx="4639627" cy="84998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10160" y="16510"/>
                <a:ext cx="4616767" cy="822047"/>
              </a:xfrm>
              <a:custGeom>
                <a:avLst/>
                <a:gdLst/>
                <a:ahLst/>
                <a:cxnLst/>
                <a:rect r="r" b="b" t="t" l="l"/>
                <a:pathLst>
                  <a:path h="822047" w="4616767">
                    <a:moveTo>
                      <a:pt x="4616767" y="822047"/>
                    </a:moveTo>
                    <a:lnTo>
                      <a:pt x="0" y="814427"/>
                    </a:lnTo>
                    <a:lnTo>
                      <a:pt x="0" y="298334"/>
                    </a:lnTo>
                    <a:lnTo>
                      <a:pt x="17780" y="19050"/>
                    </a:lnTo>
                    <a:lnTo>
                      <a:pt x="2300170" y="0"/>
                    </a:lnTo>
                    <a:lnTo>
                      <a:pt x="4597717" y="5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-3810" y="0"/>
                <a:ext cx="4645977" cy="848717"/>
              </a:xfrm>
              <a:custGeom>
                <a:avLst/>
                <a:gdLst/>
                <a:ahLst/>
                <a:cxnLst/>
                <a:rect r="r" b="b" t="t" l="l"/>
                <a:pathLst>
                  <a:path h="848717" w="4645977">
                    <a:moveTo>
                      <a:pt x="4611687" y="21590"/>
                    </a:moveTo>
                    <a:cubicBezTo>
                      <a:pt x="4612957" y="34290"/>
                      <a:pt x="4612957" y="44450"/>
                      <a:pt x="4614227" y="54610"/>
                    </a:cubicBezTo>
                    <a:cubicBezTo>
                      <a:pt x="4616767" y="75523"/>
                      <a:pt x="4618037" y="91709"/>
                      <a:pt x="4620577" y="107317"/>
                    </a:cubicBezTo>
                    <a:cubicBezTo>
                      <a:pt x="4620577" y="129862"/>
                      <a:pt x="4633277" y="574398"/>
                      <a:pt x="4639627" y="596942"/>
                    </a:cubicBezTo>
                    <a:cubicBezTo>
                      <a:pt x="4645977" y="631049"/>
                      <a:pt x="4642167" y="665733"/>
                      <a:pt x="4642167" y="699839"/>
                    </a:cubicBezTo>
                    <a:cubicBezTo>
                      <a:pt x="4642167" y="729898"/>
                      <a:pt x="4643437" y="757646"/>
                      <a:pt x="4644707" y="787757"/>
                    </a:cubicBezTo>
                    <a:cubicBezTo>
                      <a:pt x="4644707" y="809347"/>
                      <a:pt x="4644707" y="823317"/>
                      <a:pt x="4644707" y="847447"/>
                    </a:cubicBezTo>
                    <a:cubicBezTo>
                      <a:pt x="4621847" y="847447"/>
                      <a:pt x="4601527" y="848717"/>
                      <a:pt x="4571699" y="847447"/>
                    </a:cubicBezTo>
                    <a:cubicBezTo>
                      <a:pt x="4338034" y="842367"/>
                      <a:pt x="4100775" y="848717"/>
                      <a:pt x="3867110" y="843637"/>
                    </a:cubicBezTo>
                    <a:cubicBezTo>
                      <a:pt x="3726911" y="839827"/>
                      <a:pt x="3590308" y="842367"/>
                      <a:pt x="3450109" y="839827"/>
                    </a:cubicBezTo>
                    <a:cubicBezTo>
                      <a:pt x="3385402" y="838557"/>
                      <a:pt x="3320695" y="837287"/>
                      <a:pt x="3255987" y="836017"/>
                    </a:cubicBezTo>
                    <a:cubicBezTo>
                      <a:pt x="3216444" y="836017"/>
                      <a:pt x="3180496" y="837287"/>
                      <a:pt x="3140952" y="837287"/>
                    </a:cubicBezTo>
                    <a:cubicBezTo>
                      <a:pt x="3040297" y="836017"/>
                      <a:pt x="2763494" y="837287"/>
                      <a:pt x="2662839" y="836017"/>
                    </a:cubicBezTo>
                    <a:cubicBezTo>
                      <a:pt x="2590942" y="834747"/>
                      <a:pt x="1153007" y="843637"/>
                      <a:pt x="1081110" y="842367"/>
                    </a:cubicBezTo>
                    <a:cubicBezTo>
                      <a:pt x="1063135" y="842367"/>
                      <a:pt x="1041567" y="843637"/>
                      <a:pt x="1023592" y="843637"/>
                    </a:cubicBezTo>
                    <a:cubicBezTo>
                      <a:pt x="980454" y="843637"/>
                      <a:pt x="940911" y="844907"/>
                      <a:pt x="897773" y="844907"/>
                    </a:cubicBezTo>
                    <a:cubicBezTo>
                      <a:pt x="789928" y="844907"/>
                      <a:pt x="685677" y="843637"/>
                      <a:pt x="577832" y="842367"/>
                    </a:cubicBezTo>
                    <a:cubicBezTo>
                      <a:pt x="513125" y="841097"/>
                      <a:pt x="448418" y="839827"/>
                      <a:pt x="387306" y="838557"/>
                    </a:cubicBezTo>
                    <a:cubicBezTo>
                      <a:pt x="272271" y="837287"/>
                      <a:pt x="157236" y="836017"/>
                      <a:pt x="48260" y="836017"/>
                    </a:cubicBezTo>
                    <a:cubicBezTo>
                      <a:pt x="38100" y="836017"/>
                      <a:pt x="29210" y="836017"/>
                      <a:pt x="19050" y="834747"/>
                    </a:cubicBezTo>
                    <a:cubicBezTo>
                      <a:pt x="10160" y="833477"/>
                      <a:pt x="5080" y="827127"/>
                      <a:pt x="7620" y="818237"/>
                    </a:cubicBezTo>
                    <a:cubicBezTo>
                      <a:pt x="16510" y="786549"/>
                      <a:pt x="12700" y="772098"/>
                      <a:pt x="11430" y="757068"/>
                    </a:cubicBezTo>
                    <a:cubicBezTo>
                      <a:pt x="10160" y="726430"/>
                      <a:pt x="6350" y="696370"/>
                      <a:pt x="7620" y="665733"/>
                    </a:cubicBezTo>
                    <a:cubicBezTo>
                      <a:pt x="5080" y="627580"/>
                      <a:pt x="0" y="155297"/>
                      <a:pt x="7620" y="116566"/>
                    </a:cubicBezTo>
                    <a:cubicBezTo>
                      <a:pt x="8890" y="109052"/>
                      <a:pt x="7620" y="100959"/>
                      <a:pt x="8890" y="93444"/>
                    </a:cubicBezTo>
                    <a:cubicBezTo>
                      <a:pt x="10160" y="81304"/>
                      <a:pt x="12700" y="6800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67365" y="30480"/>
                      <a:pt x="124882" y="29210"/>
                    </a:cubicBezTo>
                    <a:cubicBezTo>
                      <a:pt x="221943" y="25400"/>
                      <a:pt x="319004" y="22860"/>
                      <a:pt x="419659" y="20320"/>
                    </a:cubicBezTo>
                    <a:cubicBezTo>
                      <a:pt x="487961" y="17780"/>
                      <a:pt x="556263" y="16510"/>
                      <a:pt x="620970" y="13970"/>
                    </a:cubicBezTo>
                    <a:cubicBezTo>
                      <a:pt x="685677" y="11430"/>
                      <a:pt x="753979" y="8890"/>
                      <a:pt x="818687" y="8890"/>
                    </a:cubicBezTo>
                    <a:cubicBezTo>
                      <a:pt x="890583" y="7620"/>
                      <a:pt x="962480" y="10160"/>
                      <a:pt x="1034377" y="8890"/>
                    </a:cubicBezTo>
                    <a:cubicBezTo>
                      <a:pt x="1124248" y="8890"/>
                      <a:pt x="2752710" y="6350"/>
                      <a:pt x="2842581" y="5080"/>
                    </a:cubicBezTo>
                    <a:cubicBezTo>
                      <a:pt x="2928857" y="3810"/>
                      <a:pt x="3015133" y="2540"/>
                      <a:pt x="3105004" y="2540"/>
                    </a:cubicBezTo>
                    <a:cubicBezTo>
                      <a:pt x="3252393" y="1270"/>
                      <a:pt x="3396186" y="0"/>
                      <a:pt x="3543575" y="0"/>
                    </a:cubicBezTo>
                    <a:cubicBezTo>
                      <a:pt x="3604687" y="0"/>
                      <a:pt x="3669394" y="2540"/>
                      <a:pt x="3730506" y="2540"/>
                    </a:cubicBezTo>
                    <a:cubicBezTo>
                      <a:pt x="3899464" y="3810"/>
                      <a:pt x="4072016" y="5080"/>
                      <a:pt x="4240973" y="7620"/>
                    </a:cubicBezTo>
                    <a:cubicBezTo>
                      <a:pt x="4330844" y="8890"/>
                      <a:pt x="4420716" y="12700"/>
                      <a:pt x="4510586" y="16510"/>
                    </a:cubicBezTo>
                    <a:cubicBezTo>
                      <a:pt x="4532155" y="16510"/>
                      <a:pt x="4553725" y="16510"/>
                      <a:pt x="4571699" y="16510"/>
                    </a:cubicBezTo>
                    <a:cubicBezTo>
                      <a:pt x="4592637" y="17780"/>
                      <a:pt x="4601527" y="20320"/>
                      <a:pt x="4611687" y="21590"/>
                    </a:cubicBezTo>
                    <a:close/>
                    <a:moveTo>
                      <a:pt x="4621847" y="830937"/>
                    </a:moveTo>
                    <a:cubicBezTo>
                      <a:pt x="4623117" y="814427"/>
                      <a:pt x="4624387" y="801727"/>
                      <a:pt x="4624387" y="789027"/>
                    </a:cubicBezTo>
                    <a:cubicBezTo>
                      <a:pt x="4623117" y="754756"/>
                      <a:pt x="4621847" y="724118"/>
                      <a:pt x="4621847" y="691168"/>
                    </a:cubicBezTo>
                    <a:cubicBezTo>
                      <a:pt x="4621847" y="676138"/>
                      <a:pt x="4624387" y="661108"/>
                      <a:pt x="4623117" y="646078"/>
                    </a:cubicBezTo>
                    <a:cubicBezTo>
                      <a:pt x="4623117" y="632205"/>
                      <a:pt x="4621847" y="617753"/>
                      <a:pt x="4620577" y="603879"/>
                    </a:cubicBezTo>
                    <a:cubicBezTo>
                      <a:pt x="4615497" y="582491"/>
                      <a:pt x="4604067" y="139689"/>
                      <a:pt x="4604067" y="118301"/>
                    </a:cubicBezTo>
                    <a:cubicBezTo>
                      <a:pt x="4601527" y="100380"/>
                      <a:pt x="4598987" y="81882"/>
                      <a:pt x="4596447" y="63500"/>
                    </a:cubicBezTo>
                    <a:cubicBezTo>
                      <a:pt x="4595177" y="44450"/>
                      <a:pt x="4593907" y="43180"/>
                      <a:pt x="4560914" y="41910"/>
                    </a:cubicBezTo>
                    <a:cubicBezTo>
                      <a:pt x="4550130" y="41910"/>
                      <a:pt x="4542940" y="41910"/>
                      <a:pt x="4532155" y="40640"/>
                    </a:cubicBezTo>
                    <a:cubicBezTo>
                      <a:pt x="4442285" y="36830"/>
                      <a:pt x="4348819" y="31750"/>
                      <a:pt x="4258948" y="30480"/>
                    </a:cubicBezTo>
                    <a:cubicBezTo>
                      <a:pt x="4039662" y="26670"/>
                      <a:pt x="3816783" y="25400"/>
                      <a:pt x="3597498" y="22860"/>
                    </a:cubicBezTo>
                    <a:cubicBezTo>
                      <a:pt x="3565144" y="22860"/>
                      <a:pt x="3529196" y="22860"/>
                      <a:pt x="3496842" y="22860"/>
                    </a:cubicBezTo>
                    <a:cubicBezTo>
                      <a:pt x="3442919" y="22860"/>
                      <a:pt x="3388997" y="22860"/>
                      <a:pt x="3338669" y="22860"/>
                    </a:cubicBezTo>
                    <a:cubicBezTo>
                      <a:pt x="3223634" y="22860"/>
                      <a:pt x="3108599" y="22860"/>
                      <a:pt x="2997159" y="24130"/>
                    </a:cubicBezTo>
                    <a:cubicBezTo>
                      <a:pt x="2900098" y="25400"/>
                      <a:pt x="1264447" y="29210"/>
                      <a:pt x="1167386" y="29210"/>
                    </a:cubicBezTo>
                    <a:cubicBezTo>
                      <a:pt x="1009213" y="29210"/>
                      <a:pt x="851040" y="26670"/>
                      <a:pt x="692867" y="33020"/>
                    </a:cubicBezTo>
                    <a:cubicBezTo>
                      <a:pt x="610186" y="36830"/>
                      <a:pt x="531099" y="36830"/>
                      <a:pt x="452013" y="38100"/>
                    </a:cubicBezTo>
                    <a:cubicBezTo>
                      <a:pt x="315409" y="41910"/>
                      <a:pt x="178805" y="45720"/>
                      <a:pt x="49530" y="50800"/>
                    </a:cubicBezTo>
                    <a:cubicBezTo>
                      <a:pt x="36830" y="50800"/>
                      <a:pt x="34290" y="53340"/>
                      <a:pt x="33020" y="66274"/>
                    </a:cubicBezTo>
                    <a:cubicBezTo>
                      <a:pt x="31750" y="76680"/>
                      <a:pt x="31750" y="87085"/>
                      <a:pt x="30480" y="97490"/>
                    </a:cubicBezTo>
                    <a:cubicBezTo>
                      <a:pt x="29210" y="114832"/>
                      <a:pt x="26670" y="131596"/>
                      <a:pt x="25400" y="148938"/>
                    </a:cubicBezTo>
                    <a:cubicBezTo>
                      <a:pt x="20320" y="167437"/>
                      <a:pt x="26670" y="619487"/>
                      <a:pt x="29210" y="637985"/>
                    </a:cubicBezTo>
                    <a:cubicBezTo>
                      <a:pt x="29210" y="657640"/>
                      <a:pt x="29210" y="677872"/>
                      <a:pt x="30480" y="697527"/>
                    </a:cubicBezTo>
                    <a:cubicBezTo>
                      <a:pt x="30480" y="711978"/>
                      <a:pt x="33020" y="726430"/>
                      <a:pt x="33020" y="740882"/>
                    </a:cubicBezTo>
                    <a:cubicBezTo>
                      <a:pt x="33020" y="756490"/>
                      <a:pt x="33020" y="772098"/>
                      <a:pt x="31750" y="789027"/>
                    </a:cubicBezTo>
                    <a:cubicBezTo>
                      <a:pt x="31750" y="792837"/>
                      <a:pt x="31750" y="795377"/>
                      <a:pt x="31750" y="799187"/>
                    </a:cubicBezTo>
                    <a:cubicBezTo>
                      <a:pt x="31750" y="809347"/>
                      <a:pt x="35560" y="813157"/>
                      <a:pt x="44450" y="813157"/>
                    </a:cubicBezTo>
                    <a:cubicBezTo>
                      <a:pt x="74555" y="813157"/>
                      <a:pt x="124882" y="814427"/>
                      <a:pt x="171615" y="814427"/>
                    </a:cubicBezTo>
                    <a:cubicBezTo>
                      <a:pt x="239917" y="814427"/>
                      <a:pt x="311814" y="811887"/>
                      <a:pt x="380116" y="814427"/>
                    </a:cubicBezTo>
                    <a:cubicBezTo>
                      <a:pt x="491556" y="818237"/>
                      <a:pt x="602996" y="820777"/>
                      <a:pt x="714436" y="819507"/>
                    </a:cubicBezTo>
                    <a:cubicBezTo>
                      <a:pt x="786333" y="818237"/>
                      <a:pt x="854635" y="820777"/>
                      <a:pt x="926532" y="820777"/>
                    </a:cubicBezTo>
                    <a:cubicBezTo>
                      <a:pt x="1030782" y="820777"/>
                      <a:pt x="1135032" y="819507"/>
                      <a:pt x="1239283" y="820777"/>
                    </a:cubicBezTo>
                    <a:cubicBezTo>
                      <a:pt x="1393861" y="822047"/>
                      <a:pt x="3090625" y="811887"/>
                      <a:pt x="3248798" y="814427"/>
                    </a:cubicBezTo>
                    <a:cubicBezTo>
                      <a:pt x="3317100" y="815697"/>
                      <a:pt x="3385402" y="816967"/>
                      <a:pt x="3450109" y="816967"/>
                    </a:cubicBezTo>
                    <a:cubicBezTo>
                      <a:pt x="3568739" y="819507"/>
                      <a:pt x="3683773" y="815697"/>
                      <a:pt x="3802403" y="819507"/>
                    </a:cubicBezTo>
                    <a:cubicBezTo>
                      <a:pt x="3899464" y="822047"/>
                      <a:pt x="3996524" y="822047"/>
                      <a:pt x="4093585" y="824587"/>
                    </a:cubicBezTo>
                    <a:cubicBezTo>
                      <a:pt x="4237379" y="828397"/>
                      <a:pt x="4381172" y="830937"/>
                      <a:pt x="4524966" y="832207"/>
                    </a:cubicBezTo>
                    <a:cubicBezTo>
                      <a:pt x="4578888" y="832207"/>
                      <a:pt x="4601527" y="830937"/>
                      <a:pt x="4621847" y="83093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-11283">
              <a:off x="1702" y="2341"/>
              <a:ext cx="1427871" cy="1039577"/>
              <a:chOff x="0" y="0"/>
              <a:chExt cx="1183869" cy="86192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10160" y="16510"/>
                <a:ext cx="1161009" cy="833989"/>
              </a:xfrm>
              <a:custGeom>
                <a:avLst/>
                <a:gdLst/>
                <a:ahLst/>
                <a:cxnLst/>
                <a:rect r="r" b="b" t="t" l="l"/>
                <a:pathLst>
                  <a:path h="833989" w="1161009">
                    <a:moveTo>
                      <a:pt x="1161009" y="833989"/>
                    </a:moveTo>
                    <a:lnTo>
                      <a:pt x="0" y="826369"/>
                    </a:lnTo>
                    <a:lnTo>
                      <a:pt x="0" y="302476"/>
                    </a:lnTo>
                    <a:lnTo>
                      <a:pt x="17780" y="19050"/>
                    </a:lnTo>
                    <a:lnTo>
                      <a:pt x="576734" y="0"/>
                    </a:lnTo>
                    <a:lnTo>
                      <a:pt x="1141959" y="5080"/>
                    </a:lnTo>
                    <a:close/>
                  </a:path>
                </a:pathLst>
              </a:custGeom>
              <a:solidFill>
                <a:srgbClr val="2F8585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-3810" y="0"/>
                <a:ext cx="1190219" cy="860659"/>
              </a:xfrm>
              <a:custGeom>
                <a:avLst/>
                <a:gdLst/>
                <a:ahLst/>
                <a:cxnLst/>
                <a:rect r="r" b="b" t="t" l="l"/>
                <a:pathLst>
                  <a:path h="860659" w="1190219">
                    <a:moveTo>
                      <a:pt x="1155929" y="21590"/>
                    </a:moveTo>
                    <a:cubicBezTo>
                      <a:pt x="1157199" y="34290"/>
                      <a:pt x="1157199" y="44450"/>
                      <a:pt x="1158469" y="54610"/>
                    </a:cubicBezTo>
                    <a:cubicBezTo>
                      <a:pt x="1161009" y="75708"/>
                      <a:pt x="1162279" y="92162"/>
                      <a:pt x="1164819" y="108028"/>
                    </a:cubicBezTo>
                    <a:cubicBezTo>
                      <a:pt x="1164819" y="130945"/>
                      <a:pt x="1177519" y="582831"/>
                      <a:pt x="1183869" y="605749"/>
                    </a:cubicBezTo>
                    <a:cubicBezTo>
                      <a:pt x="1190219" y="640419"/>
                      <a:pt x="1186409" y="675676"/>
                      <a:pt x="1186409" y="710346"/>
                    </a:cubicBezTo>
                    <a:cubicBezTo>
                      <a:pt x="1186409" y="740903"/>
                      <a:pt x="1187679" y="769109"/>
                      <a:pt x="1188949" y="799699"/>
                    </a:cubicBezTo>
                    <a:cubicBezTo>
                      <a:pt x="1188949" y="821289"/>
                      <a:pt x="1188949" y="835259"/>
                      <a:pt x="1188949" y="859389"/>
                    </a:cubicBezTo>
                    <a:cubicBezTo>
                      <a:pt x="1166089" y="859389"/>
                      <a:pt x="1145769" y="860659"/>
                      <a:pt x="1127150" y="859389"/>
                    </a:cubicBezTo>
                    <a:cubicBezTo>
                      <a:pt x="1071626" y="854309"/>
                      <a:pt x="1015248" y="860659"/>
                      <a:pt x="959724" y="855579"/>
                    </a:cubicBezTo>
                    <a:cubicBezTo>
                      <a:pt x="926409" y="851769"/>
                      <a:pt x="893949" y="854309"/>
                      <a:pt x="860635" y="851769"/>
                    </a:cubicBezTo>
                    <a:cubicBezTo>
                      <a:pt x="845259" y="850499"/>
                      <a:pt x="829883" y="849229"/>
                      <a:pt x="814507" y="847959"/>
                    </a:cubicBezTo>
                    <a:cubicBezTo>
                      <a:pt x="805111" y="847959"/>
                      <a:pt x="796569" y="849229"/>
                      <a:pt x="787173" y="849229"/>
                    </a:cubicBezTo>
                    <a:cubicBezTo>
                      <a:pt x="763255" y="847959"/>
                      <a:pt x="697480" y="849229"/>
                      <a:pt x="673562" y="847959"/>
                    </a:cubicBezTo>
                    <a:cubicBezTo>
                      <a:pt x="656478" y="846689"/>
                      <a:pt x="314793" y="855579"/>
                      <a:pt x="297708" y="854309"/>
                    </a:cubicBezTo>
                    <a:cubicBezTo>
                      <a:pt x="293437" y="854309"/>
                      <a:pt x="288312" y="855579"/>
                      <a:pt x="284041" y="855579"/>
                    </a:cubicBezTo>
                    <a:cubicBezTo>
                      <a:pt x="273790" y="855579"/>
                      <a:pt x="264394" y="856849"/>
                      <a:pt x="254144" y="856849"/>
                    </a:cubicBezTo>
                    <a:cubicBezTo>
                      <a:pt x="228517" y="856849"/>
                      <a:pt x="203745" y="855579"/>
                      <a:pt x="178119" y="854309"/>
                    </a:cubicBezTo>
                    <a:cubicBezTo>
                      <a:pt x="162743" y="853039"/>
                      <a:pt x="147367" y="851769"/>
                      <a:pt x="132845" y="850499"/>
                    </a:cubicBezTo>
                    <a:cubicBezTo>
                      <a:pt x="105510" y="849229"/>
                      <a:pt x="78176" y="847959"/>
                      <a:pt x="48260" y="847959"/>
                    </a:cubicBezTo>
                    <a:cubicBezTo>
                      <a:pt x="38100" y="847959"/>
                      <a:pt x="29210" y="847959"/>
                      <a:pt x="19050" y="846689"/>
                    </a:cubicBezTo>
                    <a:cubicBezTo>
                      <a:pt x="10160" y="845419"/>
                      <a:pt x="5080" y="839069"/>
                      <a:pt x="7620" y="830179"/>
                    </a:cubicBezTo>
                    <a:cubicBezTo>
                      <a:pt x="16510" y="798491"/>
                      <a:pt x="12700" y="783800"/>
                      <a:pt x="11430" y="768522"/>
                    </a:cubicBezTo>
                    <a:cubicBezTo>
                      <a:pt x="10160" y="737377"/>
                      <a:pt x="6350" y="706821"/>
                      <a:pt x="7620" y="675676"/>
                    </a:cubicBezTo>
                    <a:cubicBezTo>
                      <a:pt x="5080" y="636893"/>
                      <a:pt x="0" y="156801"/>
                      <a:pt x="7620" y="117430"/>
                    </a:cubicBezTo>
                    <a:cubicBezTo>
                      <a:pt x="8890" y="109791"/>
                      <a:pt x="7620" y="101564"/>
                      <a:pt x="8890" y="93925"/>
                    </a:cubicBezTo>
                    <a:cubicBezTo>
                      <a:pt x="10160" y="81585"/>
                      <a:pt x="12700" y="6806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56820" y="30480"/>
                      <a:pt x="70488" y="29210"/>
                    </a:cubicBezTo>
                    <a:cubicBezTo>
                      <a:pt x="93551" y="25400"/>
                      <a:pt x="116615" y="22860"/>
                      <a:pt x="140533" y="20320"/>
                    </a:cubicBezTo>
                    <a:cubicBezTo>
                      <a:pt x="156763" y="17780"/>
                      <a:pt x="172993" y="16510"/>
                      <a:pt x="188369" y="13970"/>
                    </a:cubicBezTo>
                    <a:cubicBezTo>
                      <a:pt x="203745" y="11430"/>
                      <a:pt x="219975" y="8890"/>
                      <a:pt x="235351" y="8890"/>
                    </a:cubicBezTo>
                    <a:cubicBezTo>
                      <a:pt x="252435" y="7620"/>
                      <a:pt x="269519" y="10160"/>
                      <a:pt x="286604" y="8890"/>
                    </a:cubicBezTo>
                    <a:cubicBezTo>
                      <a:pt x="307959" y="8890"/>
                      <a:pt x="694918" y="6350"/>
                      <a:pt x="716273" y="5080"/>
                    </a:cubicBezTo>
                    <a:cubicBezTo>
                      <a:pt x="736774" y="3810"/>
                      <a:pt x="757275" y="2540"/>
                      <a:pt x="778631" y="2540"/>
                    </a:cubicBezTo>
                    <a:cubicBezTo>
                      <a:pt x="813653" y="1270"/>
                      <a:pt x="847822" y="0"/>
                      <a:pt x="882845" y="0"/>
                    </a:cubicBezTo>
                    <a:cubicBezTo>
                      <a:pt x="897366" y="0"/>
                      <a:pt x="912742" y="2540"/>
                      <a:pt x="927264" y="2540"/>
                    </a:cubicBezTo>
                    <a:cubicBezTo>
                      <a:pt x="967412" y="3810"/>
                      <a:pt x="1008414" y="5080"/>
                      <a:pt x="1048562" y="7620"/>
                    </a:cubicBezTo>
                    <a:cubicBezTo>
                      <a:pt x="1069917" y="8890"/>
                      <a:pt x="1091273" y="12700"/>
                      <a:pt x="1112628" y="16510"/>
                    </a:cubicBezTo>
                    <a:cubicBezTo>
                      <a:pt x="1117753" y="16510"/>
                      <a:pt x="1122879" y="16510"/>
                      <a:pt x="1127150" y="16510"/>
                    </a:cubicBezTo>
                    <a:cubicBezTo>
                      <a:pt x="1136879" y="17780"/>
                      <a:pt x="1145769" y="20320"/>
                      <a:pt x="1155929" y="21590"/>
                    </a:cubicBezTo>
                    <a:close/>
                    <a:moveTo>
                      <a:pt x="1166089" y="842879"/>
                    </a:moveTo>
                    <a:cubicBezTo>
                      <a:pt x="1167359" y="826369"/>
                      <a:pt x="1168629" y="813669"/>
                      <a:pt x="1168629" y="800969"/>
                    </a:cubicBezTo>
                    <a:cubicBezTo>
                      <a:pt x="1167359" y="766171"/>
                      <a:pt x="1166089" y="735027"/>
                      <a:pt x="1166089" y="701532"/>
                    </a:cubicBezTo>
                    <a:cubicBezTo>
                      <a:pt x="1166089" y="686254"/>
                      <a:pt x="1168629" y="670975"/>
                      <a:pt x="1167359" y="655697"/>
                    </a:cubicBezTo>
                    <a:cubicBezTo>
                      <a:pt x="1167359" y="641594"/>
                      <a:pt x="1166089" y="626903"/>
                      <a:pt x="1164819" y="612800"/>
                    </a:cubicBezTo>
                    <a:cubicBezTo>
                      <a:pt x="1159739" y="591058"/>
                      <a:pt x="1148309" y="140935"/>
                      <a:pt x="1148309" y="119193"/>
                    </a:cubicBezTo>
                    <a:cubicBezTo>
                      <a:pt x="1145769" y="100976"/>
                      <a:pt x="1143229" y="82172"/>
                      <a:pt x="1140689" y="63500"/>
                    </a:cubicBezTo>
                    <a:cubicBezTo>
                      <a:pt x="1139419" y="44450"/>
                      <a:pt x="1138149" y="43180"/>
                      <a:pt x="1124587" y="41910"/>
                    </a:cubicBezTo>
                    <a:cubicBezTo>
                      <a:pt x="1122024" y="41910"/>
                      <a:pt x="1120316" y="41910"/>
                      <a:pt x="1117753" y="40640"/>
                    </a:cubicBezTo>
                    <a:cubicBezTo>
                      <a:pt x="1096398" y="36830"/>
                      <a:pt x="1074188" y="31750"/>
                      <a:pt x="1052833" y="30480"/>
                    </a:cubicBezTo>
                    <a:cubicBezTo>
                      <a:pt x="1000726" y="26670"/>
                      <a:pt x="947765" y="25400"/>
                      <a:pt x="895658" y="22860"/>
                    </a:cubicBezTo>
                    <a:cubicBezTo>
                      <a:pt x="887970" y="22860"/>
                      <a:pt x="879428" y="22860"/>
                      <a:pt x="871740" y="22860"/>
                    </a:cubicBezTo>
                    <a:cubicBezTo>
                      <a:pt x="858927" y="22860"/>
                      <a:pt x="846113" y="22860"/>
                      <a:pt x="834154" y="22860"/>
                    </a:cubicBezTo>
                    <a:cubicBezTo>
                      <a:pt x="806820" y="22860"/>
                      <a:pt x="779485" y="22860"/>
                      <a:pt x="753004" y="24130"/>
                    </a:cubicBezTo>
                    <a:cubicBezTo>
                      <a:pt x="729940" y="25400"/>
                      <a:pt x="341273" y="29210"/>
                      <a:pt x="318210" y="29210"/>
                    </a:cubicBezTo>
                    <a:cubicBezTo>
                      <a:pt x="280624" y="29210"/>
                      <a:pt x="243039" y="26670"/>
                      <a:pt x="205453" y="33020"/>
                    </a:cubicBezTo>
                    <a:cubicBezTo>
                      <a:pt x="185806" y="36830"/>
                      <a:pt x="167014" y="36830"/>
                      <a:pt x="148221" y="38100"/>
                    </a:cubicBezTo>
                    <a:cubicBezTo>
                      <a:pt x="115761" y="41910"/>
                      <a:pt x="83301" y="45720"/>
                      <a:pt x="49530" y="50800"/>
                    </a:cubicBezTo>
                    <a:cubicBezTo>
                      <a:pt x="36830" y="50800"/>
                      <a:pt x="34290" y="53340"/>
                      <a:pt x="33020" y="66306"/>
                    </a:cubicBezTo>
                    <a:cubicBezTo>
                      <a:pt x="31750" y="76884"/>
                      <a:pt x="31750" y="87461"/>
                      <a:pt x="30480" y="98038"/>
                    </a:cubicBezTo>
                    <a:cubicBezTo>
                      <a:pt x="29210" y="115667"/>
                      <a:pt x="26670" y="132708"/>
                      <a:pt x="25400" y="150337"/>
                    </a:cubicBezTo>
                    <a:cubicBezTo>
                      <a:pt x="20320" y="169141"/>
                      <a:pt x="26670" y="628666"/>
                      <a:pt x="29210" y="647470"/>
                    </a:cubicBezTo>
                    <a:cubicBezTo>
                      <a:pt x="29210" y="667450"/>
                      <a:pt x="29210" y="688016"/>
                      <a:pt x="30480" y="707996"/>
                    </a:cubicBezTo>
                    <a:cubicBezTo>
                      <a:pt x="30480" y="722687"/>
                      <a:pt x="33020" y="737377"/>
                      <a:pt x="33020" y="752068"/>
                    </a:cubicBezTo>
                    <a:cubicBezTo>
                      <a:pt x="33020" y="767934"/>
                      <a:pt x="33020" y="783800"/>
                      <a:pt x="31750" y="800969"/>
                    </a:cubicBezTo>
                    <a:cubicBezTo>
                      <a:pt x="31750" y="804779"/>
                      <a:pt x="31750" y="807319"/>
                      <a:pt x="31750" y="811129"/>
                    </a:cubicBezTo>
                    <a:cubicBezTo>
                      <a:pt x="31750" y="821289"/>
                      <a:pt x="35560" y="825099"/>
                      <a:pt x="44450" y="825099"/>
                    </a:cubicBezTo>
                    <a:cubicBezTo>
                      <a:pt x="58529" y="825099"/>
                      <a:pt x="70488" y="826369"/>
                      <a:pt x="81592" y="826369"/>
                    </a:cubicBezTo>
                    <a:cubicBezTo>
                      <a:pt x="97822" y="826369"/>
                      <a:pt x="114907" y="823829"/>
                      <a:pt x="131137" y="826369"/>
                    </a:cubicBezTo>
                    <a:cubicBezTo>
                      <a:pt x="157617" y="830179"/>
                      <a:pt x="184098" y="832719"/>
                      <a:pt x="210579" y="831449"/>
                    </a:cubicBezTo>
                    <a:cubicBezTo>
                      <a:pt x="227663" y="830179"/>
                      <a:pt x="243893" y="832719"/>
                      <a:pt x="260977" y="832719"/>
                    </a:cubicBezTo>
                    <a:cubicBezTo>
                      <a:pt x="285749" y="832719"/>
                      <a:pt x="310522" y="831449"/>
                      <a:pt x="335294" y="832719"/>
                    </a:cubicBezTo>
                    <a:cubicBezTo>
                      <a:pt x="372025" y="833989"/>
                      <a:pt x="775214" y="823829"/>
                      <a:pt x="812799" y="826369"/>
                    </a:cubicBezTo>
                    <a:cubicBezTo>
                      <a:pt x="829029" y="827639"/>
                      <a:pt x="845259" y="828909"/>
                      <a:pt x="860635" y="828909"/>
                    </a:cubicBezTo>
                    <a:cubicBezTo>
                      <a:pt x="888824" y="831449"/>
                      <a:pt x="916159" y="827639"/>
                      <a:pt x="944348" y="831449"/>
                    </a:cubicBezTo>
                    <a:cubicBezTo>
                      <a:pt x="967412" y="833989"/>
                      <a:pt x="990475" y="833989"/>
                      <a:pt x="1013539" y="836529"/>
                    </a:cubicBezTo>
                    <a:cubicBezTo>
                      <a:pt x="1047708" y="840339"/>
                      <a:pt x="1081876" y="842879"/>
                      <a:pt x="1116045" y="844149"/>
                    </a:cubicBezTo>
                    <a:cubicBezTo>
                      <a:pt x="1128858" y="844149"/>
                      <a:pt x="1145769" y="842879"/>
                      <a:pt x="1166089" y="842879"/>
                    </a:cubicBezTo>
                    <a:close/>
                  </a:path>
                </a:pathLst>
              </a:custGeom>
              <a:solidFill>
                <a:srgbClr val="2F8585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855039" y="317494"/>
              <a:ext cx="2892301" cy="46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4"/>
                </a:lnSpc>
              </a:pPr>
              <a:r>
                <a:rPr lang="en-US" sz="2129">
                  <a:solidFill>
                    <a:srgbClr val="443030"/>
                  </a:solidFill>
                  <a:latin typeface="Asap"/>
                  <a:ea typeface="Asap"/>
                  <a:cs typeface="Asap"/>
                  <a:sym typeface="Asap"/>
                </a:rPr>
                <a:t>để làm mờ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8373" y="233661"/>
              <a:ext cx="414530" cy="666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64"/>
                </a:lnSpc>
              </a:pPr>
              <a:r>
                <a:rPr lang="en-US" sz="320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B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47356" y="4143691"/>
            <a:ext cx="4265128" cy="783194"/>
            <a:chOff x="0" y="0"/>
            <a:chExt cx="5686837" cy="1044258"/>
          </a:xfrm>
        </p:grpSpPr>
        <p:grpSp>
          <p:nvGrpSpPr>
            <p:cNvPr name="Group 13" id="13"/>
            <p:cNvGrpSpPr/>
            <p:nvPr/>
          </p:nvGrpSpPr>
          <p:grpSpPr>
            <a:xfrm rot="-11283">
              <a:off x="89291" y="9903"/>
              <a:ext cx="5595878" cy="1025174"/>
              <a:chOff x="0" y="0"/>
              <a:chExt cx="4639627" cy="84998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10160" y="16510"/>
                <a:ext cx="4616767" cy="822047"/>
              </a:xfrm>
              <a:custGeom>
                <a:avLst/>
                <a:gdLst/>
                <a:ahLst/>
                <a:cxnLst/>
                <a:rect r="r" b="b" t="t" l="l"/>
                <a:pathLst>
                  <a:path h="822047" w="4616767">
                    <a:moveTo>
                      <a:pt x="4616767" y="822047"/>
                    </a:moveTo>
                    <a:lnTo>
                      <a:pt x="0" y="814427"/>
                    </a:lnTo>
                    <a:lnTo>
                      <a:pt x="0" y="298334"/>
                    </a:lnTo>
                    <a:lnTo>
                      <a:pt x="17780" y="19050"/>
                    </a:lnTo>
                    <a:lnTo>
                      <a:pt x="2300170" y="0"/>
                    </a:lnTo>
                    <a:lnTo>
                      <a:pt x="4597717" y="5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-3810" y="0"/>
                <a:ext cx="4645977" cy="848717"/>
              </a:xfrm>
              <a:custGeom>
                <a:avLst/>
                <a:gdLst/>
                <a:ahLst/>
                <a:cxnLst/>
                <a:rect r="r" b="b" t="t" l="l"/>
                <a:pathLst>
                  <a:path h="848717" w="4645977">
                    <a:moveTo>
                      <a:pt x="4611687" y="21590"/>
                    </a:moveTo>
                    <a:cubicBezTo>
                      <a:pt x="4612957" y="34290"/>
                      <a:pt x="4612957" y="44450"/>
                      <a:pt x="4614227" y="54610"/>
                    </a:cubicBezTo>
                    <a:cubicBezTo>
                      <a:pt x="4616767" y="75523"/>
                      <a:pt x="4618037" y="91709"/>
                      <a:pt x="4620577" y="107317"/>
                    </a:cubicBezTo>
                    <a:cubicBezTo>
                      <a:pt x="4620577" y="129862"/>
                      <a:pt x="4633277" y="574398"/>
                      <a:pt x="4639627" y="596942"/>
                    </a:cubicBezTo>
                    <a:cubicBezTo>
                      <a:pt x="4645977" y="631049"/>
                      <a:pt x="4642167" y="665733"/>
                      <a:pt x="4642167" y="699839"/>
                    </a:cubicBezTo>
                    <a:cubicBezTo>
                      <a:pt x="4642167" y="729898"/>
                      <a:pt x="4643437" y="757646"/>
                      <a:pt x="4644707" y="787757"/>
                    </a:cubicBezTo>
                    <a:cubicBezTo>
                      <a:pt x="4644707" y="809347"/>
                      <a:pt x="4644707" y="823317"/>
                      <a:pt x="4644707" y="847447"/>
                    </a:cubicBezTo>
                    <a:cubicBezTo>
                      <a:pt x="4621847" y="847447"/>
                      <a:pt x="4601527" y="848717"/>
                      <a:pt x="4571699" y="847447"/>
                    </a:cubicBezTo>
                    <a:cubicBezTo>
                      <a:pt x="4338034" y="842367"/>
                      <a:pt x="4100775" y="848717"/>
                      <a:pt x="3867110" y="843637"/>
                    </a:cubicBezTo>
                    <a:cubicBezTo>
                      <a:pt x="3726911" y="839827"/>
                      <a:pt x="3590308" y="842367"/>
                      <a:pt x="3450109" y="839827"/>
                    </a:cubicBezTo>
                    <a:cubicBezTo>
                      <a:pt x="3385402" y="838557"/>
                      <a:pt x="3320695" y="837287"/>
                      <a:pt x="3255987" y="836017"/>
                    </a:cubicBezTo>
                    <a:cubicBezTo>
                      <a:pt x="3216444" y="836017"/>
                      <a:pt x="3180496" y="837287"/>
                      <a:pt x="3140952" y="837287"/>
                    </a:cubicBezTo>
                    <a:cubicBezTo>
                      <a:pt x="3040297" y="836017"/>
                      <a:pt x="2763494" y="837287"/>
                      <a:pt x="2662839" y="836017"/>
                    </a:cubicBezTo>
                    <a:cubicBezTo>
                      <a:pt x="2590942" y="834747"/>
                      <a:pt x="1153007" y="843637"/>
                      <a:pt x="1081110" y="842367"/>
                    </a:cubicBezTo>
                    <a:cubicBezTo>
                      <a:pt x="1063135" y="842367"/>
                      <a:pt x="1041567" y="843637"/>
                      <a:pt x="1023592" y="843637"/>
                    </a:cubicBezTo>
                    <a:cubicBezTo>
                      <a:pt x="980454" y="843637"/>
                      <a:pt x="940911" y="844907"/>
                      <a:pt x="897773" y="844907"/>
                    </a:cubicBezTo>
                    <a:cubicBezTo>
                      <a:pt x="789928" y="844907"/>
                      <a:pt x="685677" y="843637"/>
                      <a:pt x="577832" y="842367"/>
                    </a:cubicBezTo>
                    <a:cubicBezTo>
                      <a:pt x="513125" y="841097"/>
                      <a:pt x="448418" y="839827"/>
                      <a:pt x="387306" y="838557"/>
                    </a:cubicBezTo>
                    <a:cubicBezTo>
                      <a:pt x="272271" y="837287"/>
                      <a:pt x="157236" y="836017"/>
                      <a:pt x="48260" y="836017"/>
                    </a:cubicBezTo>
                    <a:cubicBezTo>
                      <a:pt x="38100" y="836017"/>
                      <a:pt x="29210" y="836017"/>
                      <a:pt x="19050" y="834747"/>
                    </a:cubicBezTo>
                    <a:cubicBezTo>
                      <a:pt x="10160" y="833477"/>
                      <a:pt x="5080" y="827127"/>
                      <a:pt x="7620" y="818237"/>
                    </a:cubicBezTo>
                    <a:cubicBezTo>
                      <a:pt x="16510" y="786549"/>
                      <a:pt x="12700" y="772098"/>
                      <a:pt x="11430" y="757068"/>
                    </a:cubicBezTo>
                    <a:cubicBezTo>
                      <a:pt x="10160" y="726430"/>
                      <a:pt x="6350" y="696370"/>
                      <a:pt x="7620" y="665733"/>
                    </a:cubicBezTo>
                    <a:cubicBezTo>
                      <a:pt x="5080" y="627580"/>
                      <a:pt x="0" y="155297"/>
                      <a:pt x="7620" y="116566"/>
                    </a:cubicBezTo>
                    <a:cubicBezTo>
                      <a:pt x="8890" y="109052"/>
                      <a:pt x="7620" y="100959"/>
                      <a:pt x="8890" y="93444"/>
                    </a:cubicBezTo>
                    <a:cubicBezTo>
                      <a:pt x="10160" y="81304"/>
                      <a:pt x="12700" y="6800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67365" y="30480"/>
                      <a:pt x="124882" y="29210"/>
                    </a:cubicBezTo>
                    <a:cubicBezTo>
                      <a:pt x="221943" y="25400"/>
                      <a:pt x="319004" y="22860"/>
                      <a:pt x="419659" y="20320"/>
                    </a:cubicBezTo>
                    <a:cubicBezTo>
                      <a:pt x="487961" y="17780"/>
                      <a:pt x="556263" y="16510"/>
                      <a:pt x="620970" y="13970"/>
                    </a:cubicBezTo>
                    <a:cubicBezTo>
                      <a:pt x="685677" y="11430"/>
                      <a:pt x="753979" y="8890"/>
                      <a:pt x="818687" y="8890"/>
                    </a:cubicBezTo>
                    <a:cubicBezTo>
                      <a:pt x="890583" y="7620"/>
                      <a:pt x="962480" y="10160"/>
                      <a:pt x="1034377" y="8890"/>
                    </a:cubicBezTo>
                    <a:cubicBezTo>
                      <a:pt x="1124248" y="8890"/>
                      <a:pt x="2752710" y="6350"/>
                      <a:pt x="2842581" y="5080"/>
                    </a:cubicBezTo>
                    <a:cubicBezTo>
                      <a:pt x="2928857" y="3810"/>
                      <a:pt x="3015133" y="2540"/>
                      <a:pt x="3105004" y="2540"/>
                    </a:cubicBezTo>
                    <a:cubicBezTo>
                      <a:pt x="3252393" y="1270"/>
                      <a:pt x="3396186" y="0"/>
                      <a:pt x="3543575" y="0"/>
                    </a:cubicBezTo>
                    <a:cubicBezTo>
                      <a:pt x="3604687" y="0"/>
                      <a:pt x="3669394" y="2540"/>
                      <a:pt x="3730506" y="2540"/>
                    </a:cubicBezTo>
                    <a:cubicBezTo>
                      <a:pt x="3899464" y="3810"/>
                      <a:pt x="4072016" y="5080"/>
                      <a:pt x="4240973" y="7620"/>
                    </a:cubicBezTo>
                    <a:cubicBezTo>
                      <a:pt x="4330844" y="8890"/>
                      <a:pt x="4420716" y="12700"/>
                      <a:pt x="4510586" y="16510"/>
                    </a:cubicBezTo>
                    <a:cubicBezTo>
                      <a:pt x="4532155" y="16510"/>
                      <a:pt x="4553725" y="16510"/>
                      <a:pt x="4571699" y="16510"/>
                    </a:cubicBezTo>
                    <a:cubicBezTo>
                      <a:pt x="4592637" y="17780"/>
                      <a:pt x="4601527" y="20320"/>
                      <a:pt x="4611687" y="21590"/>
                    </a:cubicBezTo>
                    <a:close/>
                    <a:moveTo>
                      <a:pt x="4621847" y="830937"/>
                    </a:moveTo>
                    <a:cubicBezTo>
                      <a:pt x="4623117" y="814427"/>
                      <a:pt x="4624387" y="801727"/>
                      <a:pt x="4624387" y="789027"/>
                    </a:cubicBezTo>
                    <a:cubicBezTo>
                      <a:pt x="4623117" y="754756"/>
                      <a:pt x="4621847" y="724118"/>
                      <a:pt x="4621847" y="691168"/>
                    </a:cubicBezTo>
                    <a:cubicBezTo>
                      <a:pt x="4621847" y="676138"/>
                      <a:pt x="4624387" y="661108"/>
                      <a:pt x="4623117" y="646078"/>
                    </a:cubicBezTo>
                    <a:cubicBezTo>
                      <a:pt x="4623117" y="632205"/>
                      <a:pt x="4621847" y="617753"/>
                      <a:pt x="4620577" y="603879"/>
                    </a:cubicBezTo>
                    <a:cubicBezTo>
                      <a:pt x="4615497" y="582491"/>
                      <a:pt x="4604067" y="139689"/>
                      <a:pt x="4604067" y="118301"/>
                    </a:cubicBezTo>
                    <a:cubicBezTo>
                      <a:pt x="4601527" y="100380"/>
                      <a:pt x="4598987" y="81882"/>
                      <a:pt x="4596447" y="63500"/>
                    </a:cubicBezTo>
                    <a:cubicBezTo>
                      <a:pt x="4595177" y="44450"/>
                      <a:pt x="4593907" y="43180"/>
                      <a:pt x="4560914" y="41910"/>
                    </a:cubicBezTo>
                    <a:cubicBezTo>
                      <a:pt x="4550130" y="41910"/>
                      <a:pt x="4542940" y="41910"/>
                      <a:pt x="4532155" y="40640"/>
                    </a:cubicBezTo>
                    <a:cubicBezTo>
                      <a:pt x="4442285" y="36830"/>
                      <a:pt x="4348819" y="31750"/>
                      <a:pt x="4258948" y="30480"/>
                    </a:cubicBezTo>
                    <a:cubicBezTo>
                      <a:pt x="4039662" y="26670"/>
                      <a:pt x="3816783" y="25400"/>
                      <a:pt x="3597498" y="22860"/>
                    </a:cubicBezTo>
                    <a:cubicBezTo>
                      <a:pt x="3565144" y="22860"/>
                      <a:pt x="3529196" y="22860"/>
                      <a:pt x="3496842" y="22860"/>
                    </a:cubicBezTo>
                    <a:cubicBezTo>
                      <a:pt x="3442919" y="22860"/>
                      <a:pt x="3388997" y="22860"/>
                      <a:pt x="3338669" y="22860"/>
                    </a:cubicBezTo>
                    <a:cubicBezTo>
                      <a:pt x="3223634" y="22860"/>
                      <a:pt x="3108599" y="22860"/>
                      <a:pt x="2997159" y="24130"/>
                    </a:cubicBezTo>
                    <a:cubicBezTo>
                      <a:pt x="2900098" y="25400"/>
                      <a:pt x="1264447" y="29210"/>
                      <a:pt x="1167386" y="29210"/>
                    </a:cubicBezTo>
                    <a:cubicBezTo>
                      <a:pt x="1009213" y="29210"/>
                      <a:pt x="851040" y="26670"/>
                      <a:pt x="692867" y="33020"/>
                    </a:cubicBezTo>
                    <a:cubicBezTo>
                      <a:pt x="610186" y="36830"/>
                      <a:pt x="531099" y="36830"/>
                      <a:pt x="452013" y="38100"/>
                    </a:cubicBezTo>
                    <a:cubicBezTo>
                      <a:pt x="315409" y="41910"/>
                      <a:pt x="178805" y="45720"/>
                      <a:pt x="49530" y="50800"/>
                    </a:cubicBezTo>
                    <a:cubicBezTo>
                      <a:pt x="36830" y="50800"/>
                      <a:pt x="34290" y="53340"/>
                      <a:pt x="33020" y="66274"/>
                    </a:cubicBezTo>
                    <a:cubicBezTo>
                      <a:pt x="31750" y="76680"/>
                      <a:pt x="31750" y="87085"/>
                      <a:pt x="30480" y="97490"/>
                    </a:cubicBezTo>
                    <a:cubicBezTo>
                      <a:pt x="29210" y="114832"/>
                      <a:pt x="26670" y="131596"/>
                      <a:pt x="25400" y="148938"/>
                    </a:cubicBezTo>
                    <a:cubicBezTo>
                      <a:pt x="20320" y="167437"/>
                      <a:pt x="26670" y="619487"/>
                      <a:pt x="29210" y="637985"/>
                    </a:cubicBezTo>
                    <a:cubicBezTo>
                      <a:pt x="29210" y="657640"/>
                      <a:pt x="29210" y="677872"/>
                      <a:pt x="30480" y="697527"/>
                    </a:cubicBezTo>
                    <a:cubicBezTo>
                      <a:pt x="30480" y="711978"/>
                      <a:pt x="33020" y="726430"/>
                      <a:pt x="33020" y="740882"/>
                    </a:cubicBezTo>
                    <a:cubicBezTo>
                      <a:pt x="33020" y="756490"/>
                      <a:pt x="33020" y="772098"/>
                      <a:pt x="31750" y="789027"/>
                    </a:cubicBezTo>
                    <a:cubicBezTo>
                      <a:pt x="31750" y="792837"/>
                      <a:pt x="31750" y="795377"/>
                      <a:pt x="31750" y="799187"/>
                    </a:cubicBezTo>
                    <a:cubicBezTo>
                      <a:pt x="31750" y="809347"/>
                      <a:pt x="35560" y="813157"/>
                      <a:pt x="44450" y="813157"/>
                    </a:cubicBezTo>
                    <a:cubicBezTo>
                      <a:pt x="74555" y="813157"/>
                      <a:pt x="124882" y="814427"/>
                      <a:pt x="171615" y="814427"/>
                    </a:cubicBezTo>
                    <a:cubicBezTo>
                      <a:pt x="239917" y="814427"/>
                      <a:pt x="311814" y="811887"/>
                      <a:pt x="380116" y="814427"/>
                    </a:cubicBezTo>
                    <a:cubicBezTo>
                      <a:pt x="491556" y="818237"/>
                      <a:pt x="602996" y="820777"/>
                      <a:pt x="714436" y="819507"/>
                    </a:cubicBezTo>
                    <a:cubicBezTo>
                      <a:pt x="786333" y="818237"/>
                      <a:pt x="854635" y="820777"/>
                      <a:pt x="926532" y="820777"/>
                    </a:cubicBezTo>
                    <a:cubicBezTo>
                      <a:pt x="1030782" y="820777"/>
                      <a:pt x="1135032" y="819507"/>
                      <a:pt x="1239283" y="820777"/>
                    </a:cubicBezTo>
                    <a:cubicBezTo>
                      <a:pt x="1393861" y="822047"/>
                      <a:pt x="3090625" y="811887"/>
                      <a:pt x="3248798" y="814427"/>
                    </a:cubicBezTo>
                    <a:cubicBezTo>
                      <a:pt x="3317100" y="815697"/>
                      <a:pt x="3385402" y="816967"/>
                      <a:pt x="3450109" y="816967"/>
                    </a:cubicBezTo>
                    <a:cubicBezTo>
                      <a:pt x="3568739" y="819507"/>
                      <a:pt x="3683773" y="815697"/>
                      <a:pt x="3802403" y="819507"/>
                    </a:cubicBezTo>
                    <a:cubicBezTo>
                      <a:pt x="3899464" y="822047"/>
                      <a:pt x="3996524" y="822047"/>
                      <a:pt x="4093585" y="824587"/>
                    </a:cubicBezTo>
                    <a:cubicBezTo>
                      <a:pt x="4237379" y="828397"/>
                      <a:pt x="4381172" y="830937"/>
                      <a:pt x="4524966" y="832207"/>
                    </a:cubicBezTo>
                    <a:cubicBezTo>
                      <a:pt x="4578888" y="832207"/>
                      <a:pt x="4601527" y="830937"/>
                      <a:pt x="4621847" y="83093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-11283">
              <a:off x="1702" y="2341"/>
              <a:ext cx="1427871" cy="1039577"/>
              <a:chOff x="0" y="0"/>
              <a:chExt cx="1183869" cy="86192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10160" y="16510"/>
                <a:ext cx="1161009" cy="833989"/>
              </a:xfrm>
              <a:custGeom>
                <a:avLst/>
                <a:gdLst/>
                <a:ahLst/>
                <a:cxnLst/>
                <a:rect r="r" b="b" t="t" l="l"/>
                <a:pathLst>
                  <a:path h="833989" w="1161009">
                    <a:moveTo>
                      <a:pt x="1161009" y="833989"/>
                    </a:moveTo>
                    <a:lnTo>
                      <a:pt x="0" y="826369"/>
                    </a:lnTo>
                    <a:lnTo>
                      <a:pt x="0" y="302476"/>
                    </a:lnTo>
                    <a:lnTo>
                      <a:pt x="17780" y="19050"/>
                    </a:lnTo>
                    <a:lnTo>
                      <a:pt x="576734" y="0"/>
                    </a:lnTo>
                    <a:lnTo>
                      <a:pt x="1141959" y="5080"/>
                    </a:lnTo>
                    <a:close/>
                  </a:path>
                </a:pathLst>
              </a:custGeom>
              <a:solidFill>
                <a:srgbClr val="2F8585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-3810" y="0"/>
                <a:ext cx="1190219" cy="860659"/>
              </a:xfrm>
              <a:custGeom>
                <a:avLst/>
                <a:gdLst/>
                <a:ahLst/>
                <a:cxnLst/>
                <a:rect r="r" b="b" t="t" l="l"/>
                <a:pathLst>
                  <a:path h="860659" w="1190219">
                    <a:moveTo>
                      <a:pt x="1155929" y="21590"/>
                    </a:moveTo>
                    <a:cubicBezTo>
                      <a:pt x="1157199" y="34290"/>
                      <a:pt x="1157199" y="44450"/>
                      <a:pt x="1158469" y="54610"/>
                    </a:cubicBezTo>
                    <a:cubicBezTo>
                      <a:pt x="1161009" y="75708"/>
                      <a:pt x="1162279" y="92162"/>
                      <a:pt x="1164819" y="108028"/>
                    </a:cubicBezTo>
                    <a:cubicBezTo>
                      <a:pt x="1164819" y="130945"/>
                      <a:pt x="1177519" y="582831"/>
                      <a:pt x="1183869" y="605749"/>
                    </a:cubicBezTo>
                    <a:cubicBezTo>
                      <a:pt x="1190219" y="640419"/>
                      <a:pt x="1186409" y="675676"/>
                      <a:pt x="1186409" y="710346"/>
                    </a:cubicBezTo>
                    <a:cubicBezTo>
                      <a:pt x="1186409" y="740903"/>
                      <a:pt x="1187679" y="769109"/>
                      <a:pt x="1188949" y="799699"/>
                    </a:cubicBezTo>
                    <a:cubicBezTo>
                      <a:pt x="1188949" y="821289"/>
                      <a:pt x="1188949" y="835259"/>
                      <a:pt x="1188949" y="859389"/>
                    </a:cubicBezTo>
                    <a:cubicBezTo>
                      <a:pt x="1166089" y="859389"/>
                      <a:pt x="1145769" y="860659"/>
                      <a:pt x="1127150" y="859389"/>
                    </a:cubicBezTo>
                    <a:cubicBezTo>
                      <a:pt x="1071626" y="854309"/>
                      <a:pt x="1015248" y="860659"/>
                      <a:pt x="959724" y="855579"/>
                    </a:cubicBezTo>
                    <a:cubicBezTo>
                      <a:pt x="926409" y="851769"/>
                      <a:pt x="893949" y="854309"/>
                      <a:pt x="860635" y="851769"/>
                    </a:cubicBezTo>
                    <a:cubicBezTo>
                      <a:pt x="845259" y="850499"/>
                      <a:pt x="829883" y="849229"/>
                      <a:pt x="814507" y="847959"/>
                    </a:cubicBezTo>
                    <a:cubicBezTo>
                      <a:pt x="805111" y="847959"/>
                      <a:pt x="796569" y="849229"/>
                      <a:pt x="787173" y="849229"/>
                    </a:cubicBezTo>
                    <a:cubicBezTo>
                      <a:pt x="763255" y="847959"/>
                      <a:pt x="697480" y="849229"/>
                      <a:pt x="673562" y="847959"/>
                    </a:cubicBezTo>
                    <a:cubicBezTo>
                      <a:pt x="656478" y="846689"/>
                      <a:pt x="314793" y="855579"/>
                      <a:pt x="297708" y="854309"/>
                    </a:cubicBezTo>
                    <a:cubicBezTo>
                      <a:pt x="293437" y="854309"/>
                      <a:pt x="288312" y="855579"/>
                      <a:pt x="284041" y="855579"/>
                    </a:cubicBezTo>
                    <a:cubicBezTo>
                      <a:pt x="273790" y="855579"/>
                      <a:pt x="264394" y="856849"/>
                      <a:pt x="254144" y="856849"/>
                    </a:cubicBezTo>
                    <a:cubicBezTo>
                      <a:pt x="228517" y="856849"/>
                      <a:pt x="203745" y="855579"/>
                      <a:pt x="178119" y="854309"/>
                    </a:cubicBezTo>
                    <a:cubicBezTo>
                      <a:pt x="162743" y="853039"/>
                      <a:pt x="147367" y="851769"/>
                      <a:pt x="132845" y="850499"/>
                    </a:cubicBezTo>
                    <a:cubicBezTo>
                      <a:pt x="105510" y="849229"/>
                      <a:pt x="78176" y="847959"/>
                      <a:pt x="48260" y="847959"/>
                    </a:cubicBezTo>
                    <a:cubicBezTo>
                      <a:pt x="38100" y="847959"/>
                      <a:pt x="29210" y="847959"/>
                      <a:pt x="19050" y="846689"/>
                    </a:cubicBezTo>
                    <a:cubicBezTo>
                      <a:pt x="10160" y="845419"/>
                      <a:pt x="5080" y="839069"/>
                      <a:pt x="7620" y="830179"/>
                    </a:cubicBezTo>
                    <a:cubicBezTo>
                      <a:pt x="16510" y="798491"/>
                      <a:pt x="12700" y="783800"/>
                      <a:pt x="11430" y="768522"/>
                    </a:cubicBezTo>
                    <a:cubicBezTo>
                      <a:pt x="10160" y="737377"/>
                      <a:pt x="6350" y="706821"/>
                      <a:pt x="7620" y="675676"/>
                    </a:cubicBezTo>
                    <a:cubicBezTo>
                      <a:pt x="5080" y="636893"/>
                      <a:pt x="0" y="156801"/>
                      <a:pt x="7620" y="117430"/>
                    </a:cubicBezTo>
                    <a:cubicBezTo>
                      <a:pt x="8890" y="109791"/>
                      <a:pt x="7620" y="101564"/>
                      <a:pt x="8890" y="93925"/>
                    </a:cubicBezTo>
                    <a:cubicBezTo>
                      <a:pt x="10160" y="81585"/>
                      <a:pt x="12700" y="6806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56820" y="30480"/>
                      <a:pt x="70488" y="29210"/>
                    </a:cubicBezTo>
                    <a:cubicBezTo>
                      <a:pt x="93551" y="25400"/>
                      <a:pt x="116615" y="22860"/>
                      <a:pt x="140533" y="20320"/>
                    </a:cubicBezTo>
                    <a:cubicBezTo>
                      <a:pt x="156763" y="17780"/>
                      <a:pt x="172993" y="16510"/>
                      <a:pt x="188369" y="13970"/>
                    </a:cubicBezTo>
                    <a:cubicBezTo>
                      <a:pt x="203745" y="11430"/>
                      <a:pt x="219975" y="8890"/>
                      <a:pt x="235351" y="8890"/>
                    </a:cubicBezTo>
                    <a:cubicBezTo>
                      <a:pt x="252435" y="7620"/>
                      <a:pt x="269519" y="10160"/>
                      <a:pt x="286604" y="8890"/>
                    </a:cubicBezTo>
                    <a:cubicBezTo>
                      <a:pt x="307959" y="8890"/>
                      <a:pt x="694918" y="6350"/>
                      <a:pt x="716273" y="5080"/>
                    </a:cubicBezTo>
                    <a:cubicBezTo>
                      <a:pt x="736774" y="3810"/>
                      <a:pt x="757275" y="2540"/>
                      <a:pt x="778631" y="2540"/>
                    </a:cubicBezTo>
                    <a:cubicBezTo>
                      <a:pt x="813653" y="1270"/>
                      <a:pt x="847822" y="0"/>
                      <a:pt x="882845" y="0"/>
                    </a:cubicBezTo>
                    <a:cubicBezTo>
                      <a:pt x="897366" y="0"/>
                      <a:pt x="912742" y="2540"/>
                      <a:pt x="927264" y="2540"/>
                    </a:cubicBezTo>
                    <a:cubicBezTo>
                      <a:pt x="967412" y="3810"/>
                      <a:pt x="1008414" y="5080"/>
                      <a:pt x="1048562" y="7620"/>
                    </a:cubicBezTo>
                    <a:cubicBezTo>
                      <a:pt x="1069917" y="8890"/>
                      <a:pt x="1091273" y="12700"/>
                      <a:pt x="1112628" y="16510"/>
                    </a:cubicBezTo>
                    <a:cubicBezTo>
                      <a:pt x="1117753" y="16510"/>
                      <a:pt x="1122879" y="16510"/>
                      <a:pt x="1127150" y="16510"/>
                    </a:cubicBezTo>
                    <a:cubicBezTo>
                      <a:pt x="1136879" y="17780"/>
                      <a:pt x="1145769" y="20320"/>
                      <a:pt x="1155929" y="21590"/>
                    </a:cubicBezTo>
                    <a:close/>
                    <a:moveTo>
                      <a:pt x="1166089" y="842879"/>
                    </a:moveTo>
                    <a:cubicBezTo>
                      <a:pt x="1167359" y="826369"/>
                      <a:pt x="1168629" y="813669"/>
                      <a:pt x="1168629" y="800969"/>
                    </a:cubicBezTo>
                    <a:cubicBezTo>
                      <a:pt x="1167359" y="766171"/>
                      <a:pt x="1166089" y="735027"/>
                      <a:pt x="1166089" y="701532"/>
                    </a:cubicBezTo>
                    <a:cubicBezTo>
                      <a:pt x="1166089" y="686254"/>
                      <a:pt x="1168629" y="670975"/>
                      <a:pt x="1167359" y="655697"/>
                    </a:cubicBezTo>
                    <a:cubicBezTo>
                      <a:pt x="1167359" y="641594"/>
                      <a:pt x="1166089" y="626903"/>
                      <a:pt x="1164819" y="612800"/>
                    </a:cubicBezTo>
                    <a:cubicBezTo>
                      <a:pt x="1159739" y="591058"/>
                      <a:pt x="1148309" y="140935"/>
                      <a:pt x="1148309" y="119193"/>
                    </a:cubicBezTo>
                    <a:cubicBezTo>
                      <a:pt x="1145769" y="100976"/>
                      <a:pt x="1143229" y="82172"/>
                      <a:pt x="1140689" y="63500"/>
                    </a:cubicBezTo>
                    <a:cubicBezTo>
                      <a:pt x="1139419" y="44450"/>
                      <a:pt x="1138149" y="43180"/>
                      <a:pt x="1124587" y="41910"/>
                    </a:cubicBezTo>
                    <a:cubicBezTo>
                      <a:pt x="1122024" y="41910"/>
                      <a:pt x="1120316" y="41910"/>
                      <a:pt x="1117753" y="40640"/>
                    </a:cubicBezTo>
                    <a:cubicBezTo>
                      <a:pt x="1096398" y="36830"/>
                      <a:pt x="1074188" y="31750"/>
                      <a:pt x="1052833" y="30480"/>
                    </a:cubicBezTo>
                    <a:cubicBezTo>
                      <a:pt x="1000726" y="26670"/>
                      <a:pt x="947765" y="25400"/>
                      <a:pt x="895658" y="22860"/>
                    </a:cubicBezTo>
                    <a:cubicBezTo>
                      <a:pt x="887970" y="22860"/>
                      <a:pt x="879428" y="22860"/>
                      <a:pt x="871740" y="22860"/>
                    </a:cubicBezTo>
                    <a:cubicBezTo>
                      <a:pt x="858927" y="22860"/>
                      <a:pt x="846113" y="22860"/>
                      <a:pt x="834154" y="22860"/>
                    </a:cubicBezTo>
                    <a:cubicBezTo>
                      <a:pt x="806820" y="22860"/>
                      <a:pt x="779485" y="22860"/>
                      <a:pt x="753004" y="24130"/>
                    </a:cubicBezTo>
                    <a:cubicBezTo>
                      <a:pt x="729940" y="25400"/>
                      <a:pt x="341273" y="29210"/>
                      <a:pt x="318210" y="29210"/>
                    </a:cubicBezTo>
                    <a:cubicBezTo>
                      <a:pt x="280624" y="29210"/>
                      <a:pt x="243039" y="26670"/>
                      <a:pt x="205453" y="33020"/>
                    </a:cubicBezTo>
                    <a:cubicBezTo>
                      <a:pt x="185806" y="36830"/>
                      <a:pt x="167014" y="36830"/>
                      <a:pt x="148221" y="38100"/>
                    </a:cubicBezTo>
                    <a:cubicBezTo>
                      <a:pt x="115761" y="41910"/>
                      <a:pt x="83301" y="45720"/>
                      <a:pt x="49530" y="50800"/>
                    </a:cubicBezTo>
                    <a:cubicBezTo>
                      <a:pt x="36830" y="50800"/>
                      <a:pt x="34290" y="53340"/>
                      <a:pt x="33020" y="66306"/>
                    </a:cubicBezTo>
                    <a:cubicBezTo>
                      <a:pt x="31750" y="76884"/>
                      <a:pt x="31750" y="87461"/>
                      <a:pt x="30480" y="98038"/>
                    </a:cubicBezTo>
                    <a:cubicBezTo>
                      <a:pt x="29210" y="115667"/>
                      <a:pt x="26670" y="132708"/>
                      <a:pt x="25400" y="150337"/>
                    </a:cubicBezTo>
                    <a:cubicBezTo>
                      <a:pt x="20320" y="169141"/>
                      <a:pt x="26670" y="628666"/>
                      <a:pt x="29210" y="647470"/>
                    </a:cubicBezTo>
                    <a:cubicBezTo>
                      <a:pt x="29210" y="667450"/>
                      <a:pt x="29210" y="688016"/>
                      <a:pt x="30480" y="707996"/>
                    </a:cubicBezTo>
                    <a:cubicBezTo>
                      <a:pt x="30480" y="722687"/>
                      <a:pt x="33020" y="737377"/>
                      <a:pt x="33020" y="752068"/>
                    </a:cubicBezTo>
                    <a:cubicBezTo>
                      <a:pt x="33020" y="767934"/>
                      <a:pt x="33020" y="783800"/>
                      <a:pt x="31750" y="800969"/>
                    </a:cubicBezTo>
                    <a:cubicBezTo>
                      <a:pt x="31750" y="804779"/>
                      <a:pt x="31750" y="807319"/>
                      <a:pt x="31750" y="811129"/>
                    </a:cubicBezTo>
                    <a:cubicBezTo>
                      <a:pt x="31750" y="821289"/>
                      <a:pt x="35560" y="825099"/>
                      <a:pt x="44450" y="825099"/>
                    </a:cubicBezTo>
                    <a:cubicBezTo>
                      <a:pt x="58529" y="825099"/>
                      <a:pt x="70488" y="826369"/>
                      <a:pt x="81592" y="826369"/>
                    </a:cubicBezTo>
                    <a:cubicBezTo>
                      <a:pt x="97822" y="826369"/>
                      <a:pt x="114907" y="823829"/>
                      <a:pt x="131137" y="826369"/>
                    </a:cubicBezTo>
                    <a:cubicBezTo>
                      <a:pt x="157617" y="830179"/>
                      <a:pt x="184098" y="832719"/>
                      <a:pt x="210579" y="831449"/>
                    </a:cubicBezTo>
                    <a:cubicBezTo>
                      <a:pt x="227663" y="830179"/>
                      <a:pt x="243893" y="832719"/>
                      <a:pt x="260977" y="832719"/>
                    </a:cubicBezTo>
                    <a:cubicBezTo>
                      <a:pt x="285749" y="832719"/>
                      <a:pt x="310522" y="831449"/>
                      <a:pt x="335294" y="832719"/>
                    </a:cubicBezTo>
                    <a:cubicBezTo>
                      <a:pt x="372025" y="833989"/>
                      <a:pt x="775214" y="823829"/>
                      <a:pt x="812799" y="826369"/>
                    </a:cubicBezTo>
                    <a:cubicBezTo>
                      <a:pt x="829029" y="827639"/>
                      <a:pt x="845259" y="828909"/>
                      <a:pt x="860635" y="828909"/>
                    </a:cubicBezTo>
                    <a:cubicBezTo>
                      <a:pt x="888824" y="831449"/>
                      <a:pt x="916159" y="827639"/>
                      <a:pt x="944348" y="831449"/>
                    </a:cubicBezTo>
                    <a:cubicBezTo>
                      <a:pt x="967412" y="833989"/>
                      <a:pt x="990475" y="833989"/>
                      <a:pt x="1013539" y="836529"/>
                    </a:cubicBezTo>
                    <a:cubicBezTo>
                      <a:pt x="1047708" y="840339"/>
                      <a:pt x="1081876" y="842879"/>
                      <a:pt x="1116045" y="844149"/>
                    </a:cubicBezTo>
                    <a:cubicBezTo>
                      <a:pt x="1128858" y="844149"/>
                      <a:pt x="1145769" y="842879"/>
                      <a:pt x="1166089" y="842879"/>
                    </a:cubicBezTo>
                    <a:close/>
                  </a:path>
                </a:pathLst>
              </a:custGeom>
              <a:solidFill>
                <a:srgbClr val="2F8585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855039" y="317494"/>
              <a:ext cx="3456244" cy="46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4"/>
                </a:lnSpc>
              </a:pPr>
              <a:r>
                <a:rPr lang="en-US" sz="2129">
                  <a:solidFill>
                    <a:srgbClr val="443030"/>
                  </a:solidFill>
                  <a:latin typeface="Asap"/>
                  <a:ea typeface="Asap"/>
                  <a:cs typeface="Asap"/>
                  <a:sym typeface="Asap"/>
                </a:rPr>
                <a:t>để nổi trống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08373" y="233661"/>
              <a:ext cx="414530" cy="65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99"/>
                </a:lnSpc>
              </a:pPr>
              <a:r>
                <a:rPr lang="en-US" sz="3148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47356" y="5356456"/>
            <a:ext cx="4265128" cy="783194"/>
            <a:chOff x="0" y="0"/>
            <a:chExt cx="5686837" cy="1044258"/>
          </a:xfrm>
        </p:grpSpPr>
        <p:grpSp>
          <p:nvGrpSpPr>
            <p:cNvPr name="Group 22" id="22"/>
            <p:cNvGrpSpPr/>
            <p:nvPr/>
          </p:nvGrpSpPr>
          <p:grpSpPr>
            <a:xfrm rot="-11283">
              <a:off x="89291" y="9903"/>
              <a:ext cx="5595878" cy="1025174"/>
              <a:chOff x="0" y="0"/>
              <a:chExt cx="4639627" cy="84998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0160" y="16510"/>
                <a:ext cx="4616767" cy="822047"/>
              </a:xfrm>
              <a:custGeom>
                <a:avLst/>
                <a:gdLst/>
                <a:ahLst/>
                <a:cxnLst/>
                <a:rect r="r" b="b" t="t" l="l"/>
                <a:pathLst>
                  <a:path h="822047" w="4616767">
                    <a:moveTo>
                      <a:pt x="4616767" y="822047"/>
                    </a:moveTo>
                    <a:lnTo>
                      <a:pt x="0" y="814427"/>
                    </a:lnTo>
                    <a:lnTo>
                      <a:pt x="0" y="298334"/>
                    </a:lnTo>
                    <a:lnTo>
                      <a:pt x="17780" y="19050"/>
                    </a:lnTo>
                    <a:lnTo>
                      <a:pt x="2300170" y="0"/>
                    </a:lnTo>
                    <a:lnTo>
                      <a:pt x="4597717" y="5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-3810" y="0"/>
                <a:ext cx="4645977" cy="848717"/>
              </a:xfrm>
              <a:custGeom>
                <a:avLst/>
                <a:gdLst/>
                <a:ahLst/>
                <a:cxnLst/>
                <a:rect r="r" b="b" t="t" l="l"/>
                <a:pathLst>
                  <a:path h="848717" w="4645977">
                    <a:moveTo>
                      <a:pt x="4611687" y="21590"/>
                    </a:moveTo>
                    <a:cubicBezTo>
                      <a:pt x="4612957" y="34290"/>
                      <a:pt x="4612957" y="44450"/>
                      <a:pt x="4614227" y="54610"/>
                    </a:cubicBezTo>
                    <a:cubicBezTo>
                      <a:pt x="4616767" y="75523"/>
                      <a:pt x="4618037" y="91709"/>
                      <a:pt x="4620577" y="107317"/>
                    </a:cubicBezTo>
                    <a:cubicBezTo>
                      <a:pt x="4620577" y="129862"/>
                      <a:pt x="4633277" y="574398"/>
                      <a:pt x="4639627" y="596942"/>
                    </a:cubicBezTo>
                    <a:cubicBezTo>
                      <a:pt x="4645977" y="631049"/>
                      <a:pt x="4642167" y="665733"/>
                      <a:pt x="4642167" y="699839"/>
                    </a:cubicBezTo>
                    <a:cubicBezTo>
                      <a:pt x="4642167" y="729898"/>
                      <a:pt x="4643437" y="757646"/>
                      <a:pt x="4644707" y="787757"/>
                    </a:cubicBezTo>
                    <a:cubicBezTo>
                      <a:pt x="4644707" y="809347"/>
                      <a:pt x="4644707" y="823317"/>
                      <a:pt x="4644707" y="847447"/>
                    </a:cubicBezTo>
                    <a:cubicBezTo>
                      <a:pt x="4621847" y="847447"/>
                      <a:pt x="4601527" y="848717"/>
                      <a:pt x="4571699" y="847447"/>
                    </a:cubicBezTo>
                    <a:cubicBezTo>
                      <a:pt x="4338034" y="842367"/>
                      <a:pt x="4100775" y="848717"/>
                      <a:pt x="3867110" y="843637"/>
                    </a:cubicBezTo>
                    <a:cubicBezTo>
                      <a:pt x="3726911" y="839827"/>
                      <a:pt x="3590308" y="842367"/>
                      <a:pt x="3450109" y="839827"/>
                    </a:cubicBezTo>
                    <a:cubicBezTo>
                      <a:pt x="3385402" y="838557"/>
                      <a:pt x="3320695" y="837287"/>
                      <a:pt x="3255987" y="836017"/>
                    </a:cubicBezTo>
                    <a:cubicBezTo>
                      <a:pt x="3216444" y="836017"/>
                      <a:pt x="3180496" y="837287"/>
                      <a:pt x="3140952" y="837287"/>
                    </a:cubicBezTo>
                    <a:cubicBezTo>
                      <a:pt x="3040297" y="836017"/>
                      <a:pt x="2763494" y="837287"/>
                      <a:pt x="2662839" y="836017"/>
                    </a:cubicBezTo>
                    <a:cubicBezTo>
                      <a:pt x="2590942" y="834747"/>
                      <a:pt x="1153007" y="843637"/>
                      <a:pt x="1081110" y="842367"/>
                    </a:cubicBezTo>
                    <a:cubicBezTo>
                      <a:pt x="1063135" y="842367"/>
                      <a:pt x="1041567" y="843637"/>
                      <a:pt x="1023592" y="843637"/>
                    </a:cubicBezTo>
                    <a:cubicBezTo>
                      <a:pt x="980454" y="843637"/>
                      <a:pt x="940911" y="844907"/>
                      <a:pt x="897773" y="844907"/>
                    </a:cubicBezTo>
                    <a:cubicBezTo>
                      <a:pt x="789928" y="844907"/>
                      <a:pt x="685677" y="843637"/>
                      <a:pt x="577832" y="842367"/>
                    </a:cubicBezTo>
                    <a:cubicBezTo>
                      <a:pt x="513125" y="841097"/>
                      <a:pt x="448418" y="839827"/>
                      <a:pt x="387306" y="838557"/>
                    </a:cubicBezTo>
                    <a:cubicBezTo>
                      <a:pt x="272271" y="837287"/>
                      <a:pt x="157236" y="836017"/>
                      <a:pt x="48260" y="836017"/>
                    </a:cubicBezTo>
                    <a:cubicBezTo>
                      <a:pt x="38100" y="836017"/>
                      <a:pt x="29210" y="836017"/>
                      <a:pt x="19050" y="834747"/>
                    </a:cubicBezTo>
                    <a:cubicBezTo>
                      <a:pt x="10160" y="833477"/>
                      <a:pt x="5080" y="827127"/>
                      <a:pt x="7620" y="818237"/>
                    </a:cubicBezTo>
                    <a:cubicBezTo>
                      <a:pt x="16510" y="786549"/>
                      <a:pt x="12700" y="772098"/>
                      <a:pt x="11430" y="757068"/>
                    </a:cubicBezTo>
                    <a:cubicBezTo>
                      <a:pt x="10160" y="726430"/>
                      <a:pt x="6350" y="696370"/>
                      <a:pt x="7620" y="665733"/>
                    </a:cubicBezTo>
                    <a:cubicBezTo>
                      <a:pt x="5080" y="627580"/>
                      <a:pt x="0" y="155297"/>
                      <a:pt x="7620" y="116566"/>
                    </a:cubicBezTo>
                    <a:cubicBezTo>
                      <a:pt x="8890" y="109052"/>
                      <a:pt x="7620" y="100959"/>
                      <a:pt x="8890" y="93444"/>
                    </a:cubicBezTo>
                    <a:cubicBezTo>
                      <a:pt x="10160" y="81304"/>
                      <a:pt x="12700" y="6800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67365" y="30480"/>
                      <a:pt x="124882" y="29210"/>
                    </a:cubicBezTo>
                    <a:cubicBezTo>
                      <a:pt x="221943" y="25400"/>
                      <a:pt x="319004" y="22860"/>
                      <a:pt x="419659" y="20320"/>
                    </a:cubicBezTo>
                    <a:cubicBezTo>
                      <a:pt x="487961" y="17780"/>
                      <a:pt x="556263" y="16510"/>
                      <a:pt x="620970" y="13970"/>
                    </a:cubicBezTo>
                    <a:cubicBezTo>
                      <a:pt x="685677" y="11430"/>
                      <a:pt x="753979" y="8890"/>
                      <a:pt x="818687" y="8890"/>
                    </a:cubicBezTo>
                    <a:cubicBezTo>
                      <a:pt x="890583" y="7620"/>
                      <a:pt x="962480" y="10160"/>
                      <a:pt x="1034377" y="8890"/>
                    </a:cubicBezTo>
                    <a:cubicBezTo>
                      <a:pt x="1124248" y="8890"/>
                      <a:pt x="2752710" y="6350"/>
                      <a:pt x="2842581" y="5080"/>
                    </a:cubicBezTo>
                    <a:cubicBezTo>
                      <a:pt x="2928857" y="3810"/>
                      <a:pt x="3015133" y="2540"/>
                      <a:pt x="3105004" y="2540"/>
                    </a:cubicBezTo>
                    <a:cubicBezTo>
                      <a:pt x="3252393" y="1270"/>
                      <a:pt x="3396186" y="0"/>
                      <a:pt x="3543575" y="0"/>
                    </a:cubicBezTo>
                    <a:cubicBezTo>
                      <a:pt x="3604687" y="0"/>
                      <a:pt x="3669394" y="2540"/>
                      <a:pt x="3730506" y="2540"/>
                    </a:cubicBezTo>
                    <a:cubicBezTo>
                      <a:pt x="3899464" y="3810"/>
                      <a:pt x="4072016" y="5080"/>
                      <a:pt x="4240973" y="7620"/>
                    </a:cubicBezTo>
                    <a:cubicBezTo>
                      <a:pt x="4330844" y="8890"/>
                      <a:pt x="4420716" y="12700"/>
                      <a:pt x="4510586" y="16510"/>
                    </a:cubicBezTo>
                    <a:cubicBezTo>
                      <a:pt x="4532155" y="16510"/>
                      <a:pt x="4553725" y="16510"/>
                      <a:pt x="4571699" y="16510"/>
                    </a:cubicBezTo>
                    <a:cubicBezTo>
                      <a:pt x="4592637" y="17780"/>
                      <a:pt x="4601527" y="20320"/>
                      <a:pt x="4611687" y="21590"/>
                    </a:cubicBezTo>
                    <a:close/>
                    <a:moveTo>
                      <a:pt x="4621847" y="830937"/>
                    </a:moveTo>
                    <a:cubicBezTo>
                      <a:pt x="4623117" y="814427"/>
                      <a:pt x="4624387" y="801727"/>
                      <a:pt x="4624387" y="789027"/>
                    </a:cubicBezTo>
                    <a:cubicBezTo>
                      <a:pt x="4623117" y="754756"/>
                      <a:pt x="4621847" y="724118"/>
                      <a:pt x="4621847" y="691168"/>
                    </a:cubicBezTo>
                    <a:cubicBezTo>
                      <a:pt x="4621847" y="676138"/>
                      <a:pt x="4624387" y="661108"/>
                      <a:pt x="4623117" y="646078"/>
                    </a:cubicBezTo>
                    <a:cubicBezTo>
                      <a:pt x="4623117" y="632205"/>
                      <a:pt x="4621847" y="617753"/>
                      <a:pt x="4620577" y="603879"/>
                    </a:cubicBezTo>
                    <a:cubicBezTo>
                      <a:pt x="4615497" y="582491"/>
                      <a:pt x="4604067" y="139689"/>
                      <a:pt x="4604067" y="118301"/>
                    </a:cubicBezTo>
                    <a:cubicBezTo>
                      <a:pt x="4601527" y="100380"/>
                      <a:pt x="4598987" y="81882"/>
                      <a:pt x="4596447" y="63500"/>
                    </a:cubicBezTo>
                    <a:cubicBezTo>
                      <a:pt x="4595177" y="44450"/>
                      <a:pt x="4593907" y="43180"/>
                      <a:pt x="4560914" y="41910"/>
                    </a:cubicBezTo>
                    <a:cubicBezTo>
                      <a:pt x="4550130" y="41910"/>
                      <a:pt x="4542940" y="41910"/>
                      <a:pt x="4532155" y="40640"/>
                    </a:cubicBezTo>
                    <a:cubicBezTo>
                      <a:pt x="4442285" y="36830"/>
                      <a:pt x="4348819" y="31750"/>
                      <a:pt x="4258948" y="30480"/>
                    </a:cubicBezTo>
                    <a:cubicBezTo>
                      <a:pt x="4039662" y="26670"/>
                      <a:pt x="3816783" y="25400"/>
                      <a:pt x="3597498" y="22860"/>
                    </a:cubicBezTo>
                    <a:cubicBezTo>
                      <a:pt x="3565144" y="22860"/>
                      <a:pt x="3529196" y="22860"/>
                      <a:pt x="3496842" y="22860"/>
                    </a:cubicBezTo>
                    <a:cubicBezTo>
                      <a:pt x="3442919" y="22860"/>
                      <a:pt x="3388997" y="22860"/>
                      <a:pt x="3338669" y="22860"/>
                    </a:cubicBezTo>
                    <a:cubicBezTo>
                      <a:pt x="3223634" y="22860"/>
                      <a:pt x="3108599" y="22860"/>
                      <a:pt x="2997159" y="24130"/>
                    </a:cubicBezTo>
                    <a:cubicBezTo>
                      <a:pt x="2900098" y="25400"/>
                      <a:pt x="1264447" y="29210"/>
                      <a:pt x="1167386" y="29210"/>
                    </a:cubicBezTo>
                    <a:cubicBezTo>
                      <a:pt x="1009213" y="29210"/>
                      <a:pt x="851040" y="26670"/>
                      <a:pt x="692867" y="33020"/>
                    </a:cubicBezTo>
                    <a:cubicBezTo>
                      <a:pt x="610186" y="36830"/>
                      <a:pt x="531099" y="36830"/>
                      <a:pt x="452013" y="38100"/>
                    </a:cubicBezTo>
                    <a:cubicBezTo>
                      <a:pt x="315409" y="41910"/>
                      <a:pt x="178805" y="45720"/>
                      <a:pt x="49530" y="50800"/>
                    </a:cubicBezTo>
                    <a:cubicBezTo>
                      <a:pt x="36830" y="50800"/>
                      <a:pt x="34290" y="53340"/>
                      <a:pt x="33020" y="66274"/>
                    </a:cubicBezTo>
                    <a:cubicBezTo>
                      <a:pt x="31750" y="76680"/>
                      <a:pt x="31750" y="87085"/>
                      <a:pt x="30480" y="97490"/>
                    </a:cubicBezTo>
                    <a:cubicBezTo>
                      <a:pt x="29210" y="114832"/>
                      <a:pt x="26670" y="131596"/>
                      <a:pt x="25400" y="148938"/>
                    </a:cubicBezTo>
                    <a:cubicBezTo>
                      <a:pt x="20320" y="167437"/>
                      <a:pt x="26670" y="619487"/>
                      <a:pt x="29210" y="637985"/>
                    </a:cubicBezTo>
                    <a:cubicBezTo>
                      <a:pt x="29210" y="657640"/>
                      <a:pt x="29210" y="677872"/>
                      <a:pt x="30480" y="697527"/>
                    </a:cubicBezTo>
                    <a:cubicBezTo>
                      <a:pt x="30480" y="711978"/>
                      <a:pt x="33020" y="726430"/>
                      <a:pt x="33020" y="740882"/>
                    </a:cubicBezTo>
                    <a:cubicBezTo>
                      <a:pt x="33020" y="756490"/>
                      <a:pt x="33020" y="772098"/>
                      <a:pt x="31750" y="789027"/>
                    </a:cubicBezTo>
                    <a:cubicBezTo>
                      <a:pt x="31750" y="792837"/>
                      <a:pt x="31750" y="795377"/>
                      <a:pt x="31750" y="799187"/>
                    </a:cubicBezTo>
                    <a:cubicBezTo>
                      <a:pt x="31750" y="809347"/>
                      <a:pt x="35560" y="813157"/>
                      <a:pt x="44450" y="813157"/>
                    </a:cubicBezTo>
                    <a:cubicBezTo>
                      <a:pt x="74555" y="813157"/>
                      <a:pt x="124882" y="814427"/>
                      <a:pt x="171615" y="814427"/>
                    </a:cubicBezTo>
                    <a:cubicBezTo>
                      <a:pt x="239917" y="814427"/>
                      <a:pt x="311814" y="811887"/>
                      <a:pt x="380116" y="814427"/>
                    </a:cubicBezTo>
                    <a:cubicBezTo>
                      <a:pt x="491556" y="818237"/>
                      <a:pt x="602996" y="820777"/>
                      <a:pt x="714436" y="819507"/>
                    </a:cubicBezTo>
                    <a:cubicBezTo>
                      <a:pt x="786333" y="818237"/>
                      <a:pt x="854635" y="820777"/>
                      <a:pt x="926532" y="820777"/>
                    </a:cubicBezTo>
                    <a:cubicBezTo>
                      <a:pt x="1030782" y="820777"/>
                      <a:pt x="1135032" y="819507"/>
                      <a:pt x="1239283" y="820777"/>
                    </a:cubicBezTo>
                    <a:cubicBezTo>
                      <a:pt x="1393861" y="822047"/>
                      <a:pt x="3090625" y="811887"/>
                      <a:pt x="3248798" y="814427"/>
                    </a:cubicBezTo>
                    <a:cubicBezTo>
                      <a:pt x="3317100" y="815697"/>
                      <a:pt x="3385402" y="816967"/>
                      <a:pt x="3450109" y="816967"/>
                    </a:cubicBezTo>
                    <a:cubicBezTo>
                      <a:pt x="3568739" y="819507"/>
                      <a:pt x="3683773" y="815697"/>
                      <a:pt x="3802403" y="819507"/>
                    </a:cubicBezTo>
                    <a:cubicBezTo>
                      <a:pt x="3899464" y="822047"/>
                      <a:pt x="3996524" y="822047"/>
                      <a:pt x="4093585" y="824587"/>
                    </a:cubicBezTo>
                    <a:cubicBezTo>
                      <a:pt x="4237379" y="828397"/>
                      <a:pt x="4381172" y="830937"/>
                      <a:pt x="4524966" y="832207"/>
                    </a:cubicBezTo>
                    <a:cubicBezTo>
                      <a:pt x="4578888" y="832207"/>
                      <a:pt x="4601527" y="830937"/>
                      <a:pt x="4621847" y="83093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-11283">
              <a:off x="1702" y="2341"/>
              <a:ext cx="1427871" cy="1039577"/>
              <a:chOff x="0" y="0"/>
              <a:chExt cx="1183869" cy="86192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0160" y="16510"/>
                <a:ext cx="1161009" cy="833989"/>
              </a:xfrm>
              <a:custGeom>
                <a:avLst/>
                <a:gdLst/>
                <a:ahLst/>
                <a:cxnLst/>
                <a:rect r="r" b="b" t="t" l="l"/>
                <a:pathLst>
                  <a:path h="833989" w="1161009">
                    <a:moveTo>
                      <a:pt x="1161009" y="833989"/>
                    </a:moveTo>
                    <a:lnTo>
                      <a:pt x="0" y="826369"/>
                    </a:lnTo>
                    <a:lnTo>
                      <a:pt x="0" y="302476"/>
                    </a:lnTo>
                    <a:lnTo>
                      <a:pt x="17780" y="19050"/>
                    </a:lnTo>
                    <a:lnTo>
                      <a:pt x="576734" y="0"/>
                    </a:lnTo>
                    <a:lnTo>
                      <a:pt x="1141959" y="5080"/>
                    </a:lnTo>
                    <a:close/>
                  </a:path>
                </a:pathLst>
              </a:custGeom>
              <a:solidFill>
                <a:srgbClr val="2F8585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-3810" y="0"/>
                <a:ext cx="1190219" cy="860659"/>
              </a:xfrm>
              <a:custGeom>
                <a:avLst/>
                <a:gdLst/>
                <a:ahLst/>
                <a:cxnLst/>
                <a:rect r="r" b="b" t="t" l="l"/>
                <a:pathLst>
                  <a:path h="860659" w="1190219">
                    <a:moveTo>
                      <a:pt x="1155929" y="21590"/>
                    </a:moveTo>
                    <a:cubicBezTo>
                      <a:pt x="1157199" y="34290"/>
                      <a:pt x="1157199" y="44450"/>
                      <a:pt x="1158469" y="54610"/>
                    </a:cubicBezTo>
                    <a:cubicBezTo>
                      <a:pt x="1161009" y="75708"/>
                      <a:pt x="1162279" y="92162"/>
                      <a:pt x="1164819" y="108028"/>
                    </a:cubicBezTo>
                    <a:cubicBezTo>
                      <a:pt x="1164819" y="130945"/>
                      <a:pt x="1177519" y="582831"/>
                      <a:pt x="1183869" y="605749"/>
                    </a:cubicBezTo>
                    <a:cubicBezTo>
                      <a:pt x="1190219" y="640419"/>
                      <a:pt x="1186409" y="675676"/>
                      <a:pt x="1186409" y="710346"/>
                    </a:cubicBezTo>
                    <a:cubicBezTo>
                      <a:pt x="1186409" y="740903"/>
                      <a:pt x="1187679" y="769109"/>
                      <a:pt x="1188949" y="799699"/>
                    </a:cubicBezTo>
                    <a:cubicBezTo>
                      <a:pt x="1188949" y="821289"/>
                      <a:pt x="1188949" y="835259"/>
                      <a:pt x="1188949" y="859389"/>
                    </a:cubicBezTo>
                    <a:cubicBezTo>
                      <a:pt x="1166089" y="859389"/>
                      <a:pt x="1145769" y="860659"/>
                      <a:pt x="1127150" y="859389"/>
                    </a:cubicBezTo>
                    <a:cubicBezTo>
                      <a:pt x="1071626" y="854309"/>
                      <a:pt x="1015248" y="860659"/>
                      <a:pt x="959724" y="855579"/>
                    </a:cubicBezTo>
                    <a:cubicBezTo>
                      <a:pt x="926409" y="851769"/>
                      <a:pt x="893949" y="854309"/>
                      <a:pt x="860635" y="851769"/>
                    </a:cubicBezTo>
                    <a:cubicBezTo>
                      <a:pt x="845259" y="850499"/>
                      <a:pt x="829883" y="849229"/>
                      <a:pt x="814507" y="847959"/>
                    </a:cubicBezTo>
                    <a:cubicBezTo>
                      <a:pt x="805111" y="847959"/>
                      <a:pt x="796569" y="849229"/>
                      <a:pt x="787173" y="849229"/>
                    </a:cubicBezTo>
                    <a:cubicBezTo>
                      <a:pt x="763255" y="847959"/>
                      <a:pt x="697480" y="849229"/>
                      <a:pt x="673562" y="847959"/>
                    </a:cubicBezTo>
                    <a:cubicBezTo>
                      <a:pt x="656478" y="846689"/>
                      <a:pt x="314793" y="855579"/>
                      <a:pt x="297708" y="854309"/>
                    </a:cubicBezTo>
                    <a:cubicBezTo>
                      <a:pt x="293437" y="854309"/>
                      <a:pt x="288312" y="855579"/>
                      <a:pt x="284041" y="855579"/>
                    </a:cubicBezTo>
                    <a:cubicBezTo>
                      <a:pt x="273790" y="855579"/>
                      <a:pt x="264394" y="856849"/>
                      <a:pt x="254144" y="856849"/>
                    </a:cubicBezTo>
                    <a:cubicBezTo>
                      <a:pt x="228517" y="856849"/>
                      <a:pt x="203745" y="855579"/>
                      <a:pt x="178119" y="854309"/>
                    </a:cubicBezTo>
                    <a:cubicBezTo>
                      <a:pt x="162743" y="853039"/>
                      <a:pt x="147367" y="851769"/>
                      <a:pt x="132845" y="850499"/>
                    </a:cubicBezTo>
                    <a:cubicBezTo>
                      <a:pt x="105510" y="849229"/>
                      <a:pt x="78176" y="847959"/>
                      <a:pt x="48260" y="847959"/>
                    </a:cubicBezTo>
                    <a:cubicBezTo>
                      <a:pt x="38100" y="847959"/>
                      <a:pt x="29210" y="847959"/>
                      <a:pt x="19050" y="846689"/>
                    </a:cubicBezTo>
                    <a:cubicBezTo>
                      <a:pt x="10160" y="845419"/>
                      <a:pt x="5080" y="839069"/>
                      <a:pt x="7620" y="830179"/>
                    </a:cubicBezTo>
                    <a:cubicBezTo>
                      <a:pt x="16510" y="798491"/>
                      <a:pt x="12700" y="783800"/>
                      <a:pt x="11430" y="768522"/>
                    </a:cubicBezTo>
                    <a:cubicBezTo>
                      <a:pt x="10160" y="737377"/>
                      <a:pt x="6350" y="706821"/>
                      <a:pt x="7620" y="675676"/>
                    </a:cubicBezTo>
                    <a:cubicBezTo>
                      <a:pt x="5080" y="636893"/>
                      <a:pt x="0" y="156801"/>
                      <a:pt x="7620" y="117430"/>
                    </a:cubicBezTo>
                    <a:cubicBezTo>
                      <a:pt x="8890" y="109791"/>
                      <a:pt x="7620" y="101564"/>
                      <a:pt x="8890" y="93925"/>
                    </a:cubicBezTo>
                    <a:cubicBezTo>
                      <a:pt x="10160" y="81585"/>
                      <a:pt x="12700" y="6806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56820" y="30480"/>
                      <a:pt x="70488" y="29210"/>
                    </a:cubicBezTo>
                    <a:cubicBezTo>
                      <a:pt x="93551" y="25400"/>
                      <a:pt x="116615" y="22860"/>
                      <a:pt x="140533" y="20320"/>
                    </a:cubicBezTo>
                    <a:cubicBezTo>
                      <a:pt x="156763" y="17780"/>
                      <a:pt x="172993" y="16510"/>
                      <a:pt x="188369" y="13970"/>
                    </a:cubicBezTo>
                    <a:cubicBezTo>
                      <a:pt x="203745" y="11430"/>
                      <a:pt x="219975" y="8890"/>
                      <a:pt x="235351" y="8890"/>
                    </a:cubicBezTo>
                    <a:cubicBezTo>
                      <a:pt x="252435" y="7620"/>
                      <a:pt x="269519" y="10160"/>
                      <a:pt x="286604" y="8890"/>
                    </a:cubicBezTo>
                    <a:cubicBezTo>
                      <a:pt x="307959" y="8890"/>
                      <a:pt x="694918" y="6350"/>
                      <a:pt x="716273" y="5080"/>
                    </a:cubicBezTo>
                    <a:cubicBezTo>
                      <a:pt x="736774" y="3810"/>
                      <a:pt x="757275" y="2540"/>
                      <a:pt x="778631" y="2540"/>
                    </a:cubicBezTo>
                    <a:cubicBezTo>
                      <a:pt x="813653" y="1270"/>
                      <a:pt x="847822" y="0"/>
                      <a:pt x="882845" y="0"/>
                    </a:cubicBezTo>
                    <a:cubicBezTo>
                      <a:pt x="897366" y="0"/>
                      <a:pt x="912742" y="2540"/>
                      <a:pt x="927264" y="2540"/>
                    </a:cubicBezTo>
                    <a:cubicBezTo>
                      <a:pt x="967412" y="3810"/>
                      <a:pt x="1008414" y="5080"/>
                      <a:pt x="1048562" y="7620"/>
                    </a:cubicBezTo>
                    <a:cubicBezTo>
                      <a:pt x="1069917" y="8890"/>
                      <a:pt x="1091273" y="12700"/>
                      <a:pt x="1112628" y="16510"/>
                    </a:cubicBezTo>
                    <a:cubicBezTo>
                      <a:pt x="1117753" y="16510"/>
                      <a:pt x="1122879" y="16510"/>
                      <a:pt x="1127150" y="16510"/>
                    </a:cubicBezTo>
                    <a:cubicBezTo>
                      <a:pt x="1136879" y="17780"/>
                      <a:pt x="1145769" y="20320"/>
                      <a:pt x="1155929" y="21590"/>
                    </a:cubicBezTo>
                    <a:close/>
                    <a:moveTo>
                      <a:pt x="1166089" y="842879"/>
                    </a:moveTo>
                    <a:cubicBezTo>
                      <a:pt x="1167359" y="826369"/>
                      <a:pt x="1168629" y="813669"/>
                      <a:pt x="1168629" y="800969"/>
                    </a:cubicBezTo>
                    <a:cubicBezTo>
                      <a:pt x="1167359" y="766171"/>
                      <a:pt x="1166089" y="735027"/>
                      <a:pt x="1166089" y="701532"/>
                    </a:cubicBezTo>
                    <a:cubicBezTo>
                      <a:pt x="1166089" y="686254"/>
                      <a:pt x="1168629" y="670975"/>
                      <a:pt x="1167359" y="655697"/>
                    </a:cubicBezTo>
                    <a:cubicBezTo>
                      <a:pt x="1167359" y="641594"/>
                      <a:pt x="1166089" y="626903"/>
                      <a:pt x="1164819" y="612800"/>
                    </a:cubicBezTo>
                    <a:cubicBezTo>
                      <a:pt x="1159739" y="591058"/>
                      <a:pt x="1148309" y="140935"/>
                      <a:pt x="1148309" y="119193"/>
                    </a:cubicBezTo>
                    <a:cubicBezTo>
                      <a:pt x="1145769" y="100976"/>
                      <a:pt x="1143229" y="82172"/>
                      <a:pt x="1140689" y="63500"/>
                    </a:cubicBezTo>
                    <a:cubicBezTo>
                      <a:pt x="1139419" y="44450"/>
                      <a:pt x="1138149" y="43180"/>
                      <a:pt x="1124587" y="41910"/>
                    </a:cubicBezTo>
                    <a:cubicBezTo>
                      <a:pt x="1122024" y="41910"/>
                      <a:pt x="1120316" y="41910"/>
                      <a:pt x="1117753" y="40640"/>
                    </a:cubicBezTo>
                    <a:cubicBezTo>
                      <a:pt x="1096398" y="36830"/>
                      <a:pt x="1074188" y="31750"/>
                      <a:pt x="1052833" y="30480"/>
                    </a:cubicBezTo>
                    <a:cubicBezTo>
                      <a:pt x="1000726" y="26670"/>
                      <a:pt x="947765" y="25400"/>
                      <a:pt x="895658" y="22860"/>
                    </a:cubicBezTo>
                    <a:cubicBezTo>
                      <a:pt x="887970" y="22860"/>
                      <a:pt x="879428" y="22860"/>
                      <a:pt x="871740" y="22860"/>
                    </a:cubicBezTo>
                    <a:cubicBezTo>
                      <a:pt x="858927" y="22860"/>
                      <a:pt x="846113" y="22860"/>
                      <a:pt x="834154" y="22860"/>
                    </a:cubicBezTo>
                    <a:cubicBezTo>
                      <a:pt x="806820" y="22860"/>
                      <a:pt x="779485" y="22860"/>
                      <a:pt x="753004" y="24130"/>
                    </a:cubicBezTo>
                    <a:cubicBezTo>
                      <a:pt x="729940" y="25400"/>
                      <a:pt x="341273" y="29210"/>
                      <a:pt x="318210" y="29210"/>
                    </a:cubicBezTo>
                    <a:cubicBezTo>
                      <a:pt x="280624" y="29210"/>
                      <a:pt x="243039" y="26670"/>
                      <a:pt x="205453" y="33020"/>
                    </a:cubicBezTo>
                    <a:cubicBezTo>
                      <a:pt x="185806" y="36830"/>
                      <a:pt x="167014" y="36830"/>
                      <a:pt x="148221" y="38100"/>
                    </a:cubicBezTo>
                    <a:cubicBezTo>
                      <a:pt x="115761" y="41910"/>
                      <a:pt x="83301" y="45720"/>
                      <a:pt x="49530" y="50800"/>
                    </a:cubicBezTo>
                    <a:cubicBezTo>
                      <a:pt x="36830" y="50800"/>
                      <a:pt x="34290" y="53340"/>
                      <a:pt x="33020" y="66306"/>
                    </a:cubicBezTo>
                    <a:cubicBezTo>
                      <a:pt x="31750" y="76884"/>
                      <a:pt x="31750" y="87461"/>
                      <a:pt x="30480" y="98038"/>
                    </a:cubicBezTo>
                    <a:cubicBezTo>
                      <a:pt x="29210" y="115667"/>
                      <a:pt x="26670" y="132708"/>
                      <a:pt x="25400" y="150337"/>
                    </a:cubicBezTo>
                    <a:cubicBezTo>
                      <a:pt x="20320" y="169141"/>
                      <a:pt x="26670" y="628666"/>
                      <a:pt x="29210" y="647470"/>
                    </a:cubicBezTo>
                    <a:cubicBezTo>
                      <a:pt x="29210" y="667450"/>
                      <a:pt x="29210" y="688016"/>
                      <a:pt x="30480" y="707996"/>
                    </a:cubicBezTo>
                    <a:cubicBezTo>
                      <a:pt x="30480" y="722687"/>
                      <a:pt x="33020" y="737377"/>
                      <a:pt x="33020" y="752068"/>
                    </a:cubicBezTo>
                    <a:cubicBezTo>
                      <a:pt x="33020" y="767934"/>
                      <a:pt x="33020" y="783800"/>
                      <a:pt x="31750" y="800969"/>
                    </a:cubicBezTo>
                    <a:cubicBezTo>
                      <a:pt x="31750" y="804779"/>
                      <a:pt x="31750" y="807319"/>
                      <a:pt x="31750" y="811129"/>
                    </a:cubicBezTo>
                    <a:cubicBezTo>
                      <a:pt x="31750" y="821289"/>
                      <a:pt x="35560" y="825099"/>
                      <a:pt x="44450" y="825099"/>
                    </a:cubicBezTo>
                    <a:cubicBezTo>
                      <a:pt x="58529" y="825099"/>
                      <a:pt x="70488" y="826369"/>
                      <a:pt x="81592" y="826369"/>
                    </a:cubicBezTo>
                    <a:cubicBezTo>
                      <a:pt x="97822" y="826369"/>
                      <a:pt x="114907" y="823829"/>
                      <a:pt x="131137" y="826369"/>
                    </a:cubicBezTo>
                    <a:cubicBezTo>
                      <a:pt x="157617" y="830179"/>
                      <a:pt x="184098" y="832719"/>
                      <a:pt x="210579" y="831449"/>
                    </a:cubicBezTo>
                    <a:cubicBezTo>
                      <a:pt x="227663" y="830179"/>
                      <a:pt x="243893" y="832719"/>
                      <a:pt x="260977" y="832719"/>
                    </a:cubicBezTo>
                    <a:cubicBezTo>
                      <a:pt x="285749" y="832719"/>
                      <a:pt x="310522" y="831449"/>
                      <a:pt x="335294" y="832719"/>
                    </a:cubicBezTo>
                    <a:cubicBezTo>
                      <a:pt x="372025" y="833989"/>
                      <a:pt x="775214" y="823829"/>
                      <a:pt x="812799" y="826369"/>
                    </a:cubicBezTo>
                    <a:cubicBezTo>
                      <a:pt x="829029" y="827639"/>
                      <a:pt x="845259" y="828909"/>
                      <a:pt x="860635" y="828909"/>
                    </a:cubicBezTo>
                    <a:cubicBezTo>
                      <a:pt x="888824" y="831449"/>
                      <a:pt x="916159" y="827639"/>
                      <a:pt x="944348" y="831449"/>
                    </a:cubicBezTo>
                    <a:cubicBezTo>
                      <a:pt x="967412" y="833989"/>
                      <a:pt x="990475" y="833989"/>
                      <a:pt x="1013539" y="836529"/>
                    </a:cubicBezTo>
                    <a:cubicBezTo>
                      <a:pt x="1047708" y="840339"/>
                      <a:pt x="1081876" y="842879"/>
                      <a:pt x="1116045" y="844149"/>
                    </a:cubicBezTo>
                    <a:cubicBezTo>
                      <a:pt x="1128858" y="844149"/>
                      <a:pt x="1145769" y="842879"/>
                      <a:pt x="1166089" y="842879"/>
                    </a:cubicBezTo>
                    <a:close/>
                  </a:path>
                </a:pathLst>
              </a:custGeom>
              <a:solidFill>
                <a:srgbClr val="2F8585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855039" y="317494"/>
              <a:ext cx="3456244" cy="46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4"/>
                </a:lnSpc>
              </a:pPr>
              <a:r>
                <a:rPr lang="en-US" sz="2129">
                  <a:solidFill>
                    <a:srgbClr val="443030"/>
                  </a:solidFill>
                  <a:latin typeface="Asap"/>
                  <a:ea typeface="Asap"/>
                  <a:cs typeface="Asap"/>
                  <a:sym typeface="Asap"/>
                </a:rPr>
                <a:t>để tắt tiếng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08373" y="233661"/>
              <a:ext cx="414530" cy="666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64"/>
                </a:lnSpc>
              </a:pPr>
              <a:r>
                <a:rPr lang="en-US" sz="320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Q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47356" y="6642884"/>
            <a:ext cx="4265128" cy="783194"/>
            <a:chOff x="0" y="0"/>
            <a:chExt cx="5686837" cy="1044258"/>
          </a:xfrm>
        </p:grpSpPr>
        <p:grpSp>
          <p:nvGrpSpPr>
            <p:cNvPr name="Group 31" id="31"/>
            <p:cNvGrpSpPr/>
            <p:nvPr/>
          </p:nvGrpSpPr>
          <p:grpSpPr>
            <a:xfrm rot="-11283">
              <a:off x="89291" y="9903"/>
              <a:ext cx="5595878" cy="1025174"/>
              <a:chOff x="0" y="0"/>
              <a:chExt cx="4639627" cy="84998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10160" y="16510"/>
                <a:ext cx="4616767" cy="822047"/>
              </a:xfrm>
              <a:custGeom>
                <a:avLst/>
                <a:gdLst/>
                <a:ahLst/>
                <a:cxnLst/>
                <a:rect r="r" b="b" t="t" l="l"/>
                <a:pathLst>
                  <a:path h="822047" w="4616767">
                    <a:moveTo>
                      <a:pt x="4616767" y="822047"/>
                    </a:moveTo>
                    <a:lnTo>
                      <a:pt x="0" y="814427"/>
                    </a:lnTo>
                    <a:lnTo>
                      <a:pt x="0" y="298334"/>
                    </a:lnTo>
                    <a:lnTo>
                      <a:pt x="17780" y="19050"/>
                    </a:lnTo>
                    <a:lnTo>
                      <a:pt x="2300170" y="0"/>
                    </a:lnTo>
                    <a:lnTo>
                      <a:pt x="4597717" y="5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-3810" y="0"/>
                <a:ext cx="4645977" cy="848717"/>
              </a:xfrm>
              <a:custGeom>
                <a:avLst/>
                <a:gdLst/>
                <a:ahLst/>
                <a:cxnLst/>
                <a:rect r="r" b="b" t="t" l="l"/>
                <a:pathLst>
                  <a:path h="848717" w="4645977">
                    <a:moveTo>
                      <a:pt x="4611687" y="21590"/>
                    </a:moveTo>
                    <a:cubicBezTo>
                      <a:pt x="4612957" y="34290"/>
                      <a:pt x="4612957" y="44450"/>
                      <a:pt x="4614227" y="54610"/>
                    </a:cubicBezTo>
                    <a:cubicBezTo>
                      <a:pt x="4616767" y="75523"/>
                      <a:pt x="4618037" y="91709"/>
                      <a:pt x="4620577" y="107317"/>
                    </a:cubicBezTo>
                    <a:cubicBezTo>
                      <a:pt x="4620577" y="129862"/>
                      <a:pt x="4633277" y="574398"/>
                      <a:pt x="4639627" y="596942"/>
                    </a:cubicBezTo>
                    <a:cubicBezTo>
                      <a:pt x="4645977" y="631049"/>
                      <a:pt x="4642167" y="665733"/>
                      <a:pt x="4642167" y="699839"/>
                    </a:cubicBezTo>
                    <a:cubicBezTo>
                      <a:pt x="4642167" y="729898"/>
                      <a:pt x="4643437" y="757646"/>
                      <a:pt x="4644707" y="787757"/>
                    </a:cubicBezTo>
                    <a:cubicBezTo>
                      <a:pt x="4644707" y="809347"/>
                      <a:pt x="4644707" y="823317"/>
                      <a:pt x="4644707" y="847447"/>
                    </a:cubicBezTo>
                    <a:cubicBezTo>
                      <a:pt x="4621847" y="847447"/>
                      <a:pt x="4601527" y="848717"/>
                      <a:pt x="4571699" y="847447"/>
                    </a:cubicBezTo>
                    <a:cubicBezTo>
                      <a:pt x="4338034" y="842367"/>
                      <a:pt x="4100775" y="848717"/>
                      <a:pt x="3867110" y="843637"/>
                    </a:cubicBezTo>
                    <a:cubicBezTo>
                      <a:pt x="3726911" y="839827"/>
                      <a:pt x="3590308" y="842367"/>
                      <a:pt x="3450109" y="839827"/>
                    </a:cubicBezTo>
                    <a:cubicBezTo>
                      <a:pt x="3385402" y="838557"/>
                      <a:pt x="3320695" y="837287"/>
                      <a:pt x="3255987" y="836017"/>
                    </a:cubicBezTo>
                    <a:cubicBezTo>
                      <a:pt x="3216444" y="836017"/>
                      <a:pt x="3180496" y="837287"/>
                      <a:pt x="3140952" y="837287"/>
                    </a:cubicBezTo>
                    <a:cubicBezTo>
                      <a:pt x="3040297" y="836017"/>
                      <a:pt x="2763494" y="837287"/>
                      <a:pt x="2662839" y="836017"/>
                    </a:cubicBezTo>
                    <a:cubicBezTo>
                      <a:pt x="2590942" y="834747"/>
                      <a:pt x="1153007" y="843637"/>
                      <a:pt x="1081110" y="842367"/>
                    </a:cubicBezTo>
                    <a:cubicBezTo>
                      <a:pt x="1063135" y="842367"/>
                      <a:pt x="1041567" y="843637"/>
                      <a:pt x="1023592" y="843637"/>
                    </a:cubicBezTo>
                    <a:cubicBezTo>
                      <a:pt x="980454" y="843637"/>
                      <a:pt x="940911" y="844907"/>
                      <a:pt x="897773" y="844907"/>
                    </a:cubicBezTo>
                    <a:cubicBezTo>
                      <a:pt x="789928" y="844907"/>
                      <a:pt x="685677" y="843637"/>
                      <a:pt x="577832" y="842367"/>
                    </a:cubicBezTo>
                    <a:cubicBezTo>
                      <a:pt x="513125" y="841097"/>
                      <a:pt x="448418" y="839827"/>
                      <a:pt x="387306" y="838557"/>
                    </a:cubicBezTo>
                    <a:cubicBezTo>
                      <a:pt x="272271" y="837287"/>
                      <a:pt x="157236" y="836017"/>
                      <a:pt x="48260" y="836017"/>
                    </a:cubicBezTo>
                    <a:cubicBezTo>
                      <a:pt x="38100" y="836017"/>
                      <a:pt x="29210" y="836017"/>
                      <a:pt x="19050" y="834747"/>
                    </a:cubicBezTo>
                    <a:cubicBezTo>
                      <a:pt x="10160" y="833477"/>
                      <a:pt x="5080" y="827127"/>
                      <a:pt x="7620" y="818237"/>
                    </a:cubicBezTo>
                    <a:cubicBezTo>
                      <a:pt x="16510" y="786549"/>
                      <a:pt x="12700" y="772098"/>
                      <a:pt x="11430" y="757068"/>
                    </a:cubicBezTo>
                    <a:cubicBezTo>
                      <a:pt x="10160" y="726430"/>
                      <a:pt x="6350" y="696370"/>
                      <a:pt x="7620" y="665733"/>
                    </a:cubicBezTo>
                    <a:cubicBezTo>
                      <a:pt x="5080" y="627580"/>
                      <a:pt x="0" y="155297"/>
                      <a:pt x="7620" y="116566"/>
                    </a:cubicBezTo>
                    <a:cubicBezTo>
                      <a:pt x="8890" y="109052"/>
                      <a:pt x="7620" y="100959"/>
                      <a:pt x="8890" y="93444"/>
                    </a:cubicBezTo>
                    <a:cubicBezTo>
                      <a:pt x="10160" y="81304"/>
                      <a:pt x="12700" y="6800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67365" y="30480"/>
                      <a:pt x="124882" y="29210"/>
                    </a:cubicBezTo>
                    <a:cubicBezTo>
                      <a:pt x="221943" y="25400"/>
                      <a:pt x="319004" y="22860"/>
                      <a:pt x="419659" y="20320"/>
                    </a:cubicBezTo>
                    <a:cubicBezTo>
                      <a:pt x="487961" y="17780"/>
                      <a:pt x="556263" y="16510"/>
                      <a:pt x="620970" y="13970"/>
                    </a:cubicBezTo>
                    <a:cubicBezTo>
                      <a:pt x="685677" y="11430"/>
                      <a:pt x="753979" y="8890"/>
                      <a:pt x="818687" y="8890"/>
                    </a:cubicBezTo>
                    <a:cubicBezTo>
                      <a:pt x="890583" y="7620"/>
                      <a:pt x="962480" y="10160"/>
                      <a:pt x="1034377" y="8890"/>
                    </a:cubicBezTo>
                    <a:cubicBezTo>
                      <a:pt x="1124248" y="8890"/>
                      <a:pt x="2752710" y="6350"/>
                      <a:pt x="2842581" y="5080"/>
                    </a:cubicBezTo>
                    <a:cubicBezTo>
                      <a:pt x="2928857" y="3810"/>
                      <a:pt x="3015133" y="2540"/>
                      <a:pt x="3105004" y="2540"/>
                    </a:cubicBezTo>
                    <a:cubicBezTo>
                      <a:pt x="3252393" y="1270"/>
                      <a:pt x="3396186" y="0"/>
                      <a:pt x="3543575" y="0"/>
                    </a:cubicBezTo>
                    <a:cubicBezTo>
                      <a:pt x="3604687" y="0"/>
                      <a:pt x="3669394" y="2540"/>
                      <a:pt x="3730506" y="2540"/>
                    </a:cubicBezTo>
                    <a:cubicBezTo>
                      <a:pt x="3899464" y="3810"/>
                      <a:pt x="4072016" y="5080"/>
                      <a:pt x="4240973" y="7620"/>
                    </a:cubicBezTo>
                    <a:cubicBezTo>
                      <a:pt x="4330844" y="8890"/>
                      <a:pt x="4420716" y="12700"/>
                      <a:pt x="4510586" y="16510"/>
                    </a:cubicBezTo>
                    <a:cubicBezTo>
                      <a:pt x="4532155" y="16510"/>
                      <a:pt x="4553725" y="16510"/>
                      <a:pt x="4571699" y="16510"/>
                    </a:cubicBezTo>
                    <a:cubicBezTo>
                      <a:pt x="4592637" y="17780"/>
                      <a:pt x="4601527" y="20320"/>
                      <a:pt x="4611687" y="21590"/>
                    </a:cubicBezTo>
                    <a:close/>
                    <a:moveTo>
                      <a:pt x="4621847" y="830937"/>
                    </a:moveTo>
                    <a:cubicBezTo>
                      <a:pt x="4623117" y="814427"/>
                      <a:pt x="4624387" y="801727"/>
                      <a:pt x="4624387" y="789027"/>
                    </a:cubicBezTo>
                    <a:cubicBezTo>
                      <a:pt x="4623117" y="754756"/>
                      <a:pt x="4621847" y="724118"/>
                      <a:pt x="4621847" y="691168"/>
                    </a:cubicBezTo>
                    <a:cubicBezTo>
                      <a:pt x="4621847" y="676138"/>
                      <a:pt x="4624387" y="661108"/>
                      <a:pt x="4623117" y="646078"/>
                    </a:cubicBezTo>
                    <a:cubicBezTo>
                      <a:pt x="4623117" y="632205"/>
                      <a:pt x="4621847" y="617753"/>
                      <a:pt x="4620577" y="603879"/>
                    </a:cubicBezTo>
                    <a:cubicBezTo>
                      <a:pt x="4615497" y="582491"/>
                      <a:pt x="4604067" y="139689"/>
                      <a:pt x="4604067" y="118301"/>
                    </a:cubicBezTo>
                    <a:cubicBezTo>
                      <a:pt x="4601527" y="100380"/>
                      <a:pt x="4598987" y="81882"/>
                      <a:pt x="4596447" y="63500"/>
                    </a:cubicBezTo>
                    <a:cubicBezTo>
                      <a:pt x="4595177" y="44450"/>
                      <a:pt x="4593907" y="43180"/>
                      <a:pt x="4560914" y="41910"/>
                    </a:cubicBezTo>
                    <a:cubicBezTo>
                      <a:pt x="4550130" y="41910"/>
                      <a:pt x="4542940" y="41910"/>
                      <a:pt x="4532155" y="40640"/>
                    </a:cubicBezTo>
                    <a:cubicBezTo>
                      <a:pt x="4442285" y="36830"/>
                      <a:pt x="4348819" y="31750"/>
                      <a:pt x="4258948" y="30480"/>
                    </a:cubicBezTo>
                    <a:cubicBezTo>
                      <a:pt x="4039662" y="26670"/>
                      <a:pt x="3816783" y="25400"/>
                      <a:pt x="3597498" y="22860"/>
                    </a:cubicBezTo>
                    <a:cubicBezTo>
                      <a:pt x="3565144" y="22860"/>
                      <a:pt x="3529196" y="22860"/>
                      <a:pt x="3496842" y="22860"/>
                    </a:cubicBezTo>
                    <a:cubicBezTo>
                      <a:pt x="3442919" y="22860"/>
                      <a:pt x="3388997" y="22860"/>
                      <a:pt x="3338669" y="22860"/>
                    </a:cubicBezTo>
                    <a:cubicBezTo>
                      <a:pt x="3223634" y="22860"/>
                      <a:pt x="3108599" y="22860"/>
                      <a:pt x="2997159" y="24130"/>
                    </a:cubicBezTo>
                    <a:cubicBezTo>
                      <a:pt x="2900098" y="25400"/>
                      <a:pt x="1264447" y="29210"/>
                      <a:pt x="1167386" y="29210"/>
                    </a:cubicBezTo>
                    <a:cubicBezTo>
                      <a:pt x="1009213" y="29210"/>
                      <a:pt x="851040" y="26670"/>
                      <a:pt x="692867" y="33020"/>
                    </a:cubicBezTo>
                    <a:cubicBezTo>
                      <a:pt x="610186" y="36830"/>
                      <a:pt x="531099" y="36830"/>
                      <a:pt x="452013" y="38100"/>
                    </a:cubicBezTo>
                    <a:cubicBezTo>
                      <a:pt x="315409" y="41910"/>
                      <a:pt x="178805" y="45720"/>
                      <a:pt x="49530" y="50800"/>
                    </a:cubicBezTo>
                    <a:cubicBezTo>
                      <a:pt x="36830" y="50800"/>
                      <a:pt x="34290" y="53340"/>
                      <a:pt x="33020" y="66274"/>
                    </a:cubicBezTo>
                    <a:cubicBezTo>
                      <a:pt x="31750" y="76680"/>
                      <a:pt x="31750" y="87085"/>
                      <a:pt x="30480" y="97490"/>
                    </a:cubicBezTo>
                    <a:cubicBezTo>
                      <a:pt x="29210" y="114832"/>
                      <a:pt x="26670" y="131596"/>
                      <a:pt x="25400" y="148938"/>
                    </a:cubicBezTo>
                    <a:cubicBezTo>
                      <a:pt x="20320" y="167437"/>
                      <a:pt x="26670" y="619487"/>
                      <a:pt x="29210" y="637985"/>
                    </a:cubicBezTo>
                    <a:cubicBezTo>
                      <a:pt x="29210" y="657640"/>
                      <a:pt x="29210" y="677872"/>
                      <a:pt x="30480" y="697527"/>
                    </a:cubicBezTo>
                    <a:cubicBezTo>
                      <a:pt x="30480" y="711978"/>
                      <a:pt x="33020" y="726430"/>
                      <a:pt x="33020" y="740882"/>
                    </a:cubicBezTo>
                    <a:cubicBezTo>
                      <a:pt x="33020" y="756490"/>
                      <a:pt x="33020" y="772098"/>
                      <a:pt x="31750" y="789027"/>
                    </a:cubicBezTo>
                    <a:cubicBezTo>
                      <a:pt x="31750" y="792837"/>
                      <a:pt x="31750" y="795377"/>
                      <a:pt x="31750" y="799187"/>
                    </a:cubicBezTo>
                    <a:cubicBezTo>
                      <a:pt x="31750" y="809347"/>
                      <a:pt x="35560" y="813157"/>
                      <a:pt x="44450" y="813157"/>
                    </a:cubicBezTo>
                    <a:cubicBezTo>
                      <a:pt x="74555" y="813157"/>
                      <a:pt x="124882" y="814427"/>
                      <a:pt x="171615" y="814427"/>
                    </a:cubicBezTo>
                    <a:cubicBezTo>
                      <a:pt x="239917" y="814427"/>
                      <a:pt x="311814" y="811887"/>
                      <a:pt x="380116" y="814427"/>
                    </a:cubicBezTo>
                    <a:cubicBezTo>
                      <a:pt x="491556" y="818237"/>
                      <a:pt x="602996" y="820777"/>
                      <a:pt x="714436" y="819507"/>
                    </a:cubicBezTo>
                    <a:cubicBezTo>
                      <a:pt x="786333" y="818237"/>
                      <a:pt x="854635" y="820777"/>
                      <a:pt x="926532" y="820777"/>
                    </a:cubicBezTo>
                    <a:cubicBezTo>
                      <a:pt x="1030782" y="820777"/>
                      <a:pt x="1135032" y="819507"/>
                      <a:pt x="1239283" y="820777"/>
                    </a:cubicBezTo>
                    <a:cubicBezTo>
                      <a:pt x="1393861" y="822047"/>
                      <a:pt x="3090625" y="811887"/>
                      <a:pt x="3248798" y="814427"/>
                    </a:cubicBezTo>
                    <a:cubicBezTo>
                      <a:pt x="3317100" y="815697"/>
                      <a:pt x="3385402" y="816967"/>
                      <a:pt x="3450109" y="816967"/>
                    </a:cubicBezTo>
                    <a:cubicBezTo>
                      <a:pt x="3568739" y="819507"/>
                      <a:pt x="3683773" y="815697"/>
                      <a:pt x="3802403" y="819507"/>
                    </a:cubicBezTo>
                    <a:cubicBezTo>
                      <a:pt x="3899464" y="822047"/>
                      <a:pt x="3996524" y="822047"/>
                      <a:pt x="4093585" y="824587"/>
                    </a:cubicBezTo>
                    <a:cubicBezTo>
                      <a:pt x="4237379" y="828397"/>
                      <a:pt x="4381172" y="830937"/>
                      <a:pt x="4524966" y="832207"/>
                    </a:cubicBezTo>
                    <a:cubicBezTo>
                      <a:pt x="4578888" y="832207"/>
                      <a:pt x="4601527" y="830937"/>
                      <a:pt x="4621847" y="83093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-11283">
              <a:off x="1702" y="2341"/>
              <a:ext cx="1427871" cy="1039577"/>
              <a:chOff x="0" y="0"/>
              <a:chExt cx="1183869" cy="86192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0160" y="16510"/>
                <a:ext cx="1161009" cy="833989"/>
              </a:xfrm>
              <a:custGeom>
                <a:avLst/>
                <a:gdLst/>
                <a:ahLst/>
                <a:cxnLst/>
                <a:rect r="r" b="b" t="t" l="l"/>
                <a:pathLst>
                  <a:path h="833989" w="1161009">
                    <a:moveTo>
                      <a:pt x="1161009" y="833989"/>
                    </a:moveTo>
                    <a:lnTo>
                      <a:pt x="0" y="826369"/>
                    </a:lnTo>
                    <a:lnTo>
                      <a:pt x="0" y="302476"/>
                    </a:lnTo>
                    <a:lnTo>
                      <a:pt x="17780" y="19050"/>
                    </a:lnTo>
                    <a:lnTo>
                      <a:pt x="576734" y="0"/>
                    </a:lnTo>
                    <a:lnTo>
                      <a:pt x="1141959" y="5080"/>
                    </a:lnTo>
                    <a:close/>
                  </a:path>
                </a:pathLst>
              </a:custGeom>
              <a:solidFill>
                <a:srgbClr val="2F8585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-3810" y="0"/>
                <a:ext cx="1190219" cy="860659"/>
              </a:xfrm>
              <a:custGeom>
                <a:avLst/>
                <a:gdLst/>
                <a:ahLst/>
                <a:cxnLst/>
                <a:rect r="r" b="b" t="t" l="l"/>
                <a:pathLst>
                  <a:path h="860659" w="1190219">
                    <a:moveTo>
                      <a:pt x="1155929" y="21590"/>
                    </a:moveTo>
                    <a:cubicBezTo>
                      <a:pt x="1157199" y="34290"/>
                      <a:pt x="1157199" y="44450"/>
                      <a:pt x="1158469" y="54610"/>
                    </a:cubicBezTo>
                    <a:cubicBezTo>
                      <a:pt x="1161009" y="75708"/>
                      <a:pt x="1162279" y="92162"/>
                      <a:pt x="1164819" y="108028"/>
                    </a:cubicBezTo>
                    <a:cubicBezTo>
                      <a:pt x="1164819" y="130945"/>
                      <a:pt x="1177519" y="582831"/>
                      <a:pt x="1183869" y="605749"/>
                    </a:cubicBezTo>
                    <a:cubicBezTo>
                      <a:pt x="1190219" y="640419"/>
                      <a:pt x="1186409" y="675676"/>
                      <a:pt x="1186409" y="710346"/>
                    </a:cubicBezTo>
                    <a:cubicBezTo>
                      <a:pt x="1186409" y="740903"/>
                      <a:pt x="1187679" y="769109"/>
                      <a:pt x="1188949" y="799699"/>
                    </a:cubicBezTo>
                    <a:cubicBezTo>
                      <a:pt x="1188949" y="821289"/>
                      <a:pt x="1188949" y="835259"/>
                      <a:pt x="1188949" y="859389"/>
                    </a:cubicBezTo>
                    <a:cubicBezTo>
                      <a:pt x="1166089" y="859389"/>
                      <a:pt x="1145769" y="860659"/>
                      <a:pt x="1127150" y="859389"/>
                    </a:cubicBezTo>
                    <a:cubicBezTo>
                      <a:pt x="1071626" y="854309"/>
                      <a:pt x="1015248" y="860659"/>
                      <a:pt x="959724" y="855579"/>
                    </a:cubicBezTo>
                    <a:cubicBezTo>
                      <a:pt x="926409" y="851769"/>
                      <a:pt x="893949" y="854309"/>
                      <a:pt x="860635" y="851769"/>
                    </a:cubicBezTo>
                    <a:cubicBezTo>
                      <a:pt x="845259" y="850499"/>
                      <a:pt x="829883" y="849229"/>
                      <a:pt x="814507" y="847959"/>
                    </a:cubicBezTo>
                    <a:cubicBezTo>
                      <a:pt x="805111" y="847959"/>
                      <a:pt x="796569" y="849229"/>
                      <a:pt x="787173" y="849229"/>
                    </a:cubicBezTo>
                    <a:cubicBezTo>
                      <a:pt x="763255" y="847959"/>
                      <a:pt x="697480" y="849229"/>
                      <a:pt x="673562" y="847959"/>
                    </a:cubicBezTo>
                    <a:cubicBezTo>
                      <a:pt x="656478" y="846689"/>
                      <a:pt x="314793" y="855579"/>
                      <a:pt x="297708" y="854309"/>
                    </a:cubicBezTo>
                    <a:cubicBezTo>
                      <a:pt x="293437" y="854309"/>
                      <a:pt x="288312" y="855579"/>
                      <a:pt x="284041" y="855579"/>
                    </a:cubicBezTo>
                    <a:cubicBezTo>
                      <a:pt x="273790" y="855579"/>
                      <a:pt x="264394" y="856849"/>
                      <a:pt x="254144" y="856849"/>
                    </a:cubicBezTo>
                    <a:cubicBezTo>
                      <a:pt x="228517" y="856849"/>
                      <a:pt x="203745" y="855579"/>
                      <a:pt x="178119" y="854309"/>
                    </a:cubicBezTo>
                    <a:cubicBezTo>
                      <a:pt x="162743" y="853039"/>
                      <a:pt x="147367" y="851769"/>
                      <a:pt x="132845" y="850499"/>
                    </a:cubicBezTo>
                    <a:cubicBezTo>
                      <a:pt x="105510" y="849229"/>
                      <a:pt x="78176" y="847959"/>
                      <a:pt x="48260" y="847959"/>
                    </a:cubicBezTo>
                    <a:cubicBezTo>
                      <a:pt x="38100" y="847959"/>
                      <a:pt x="29210" y="847959"/>
                      <a:pt x="19050" y="846689"/>
                    </a:cubicBezTo>
                    <a:cubicBezTo>
                      <a:pt x="10160" y="845419"/>
                      <a:pt x="5080" y="839069"/>
                      <a:pt x="7620" y="830179"/>
                    </a:cubicBezTo>
                    <a:cubicBezTo>
                      <a:pt x="16510" y="798491"/>
                      <a:pt x="12700" y="783800"/>
                      <a:pt x="11430" y="768522"/>
                    </a:cubicBezTo>
                    <a:cubicBezTo>
                      <a:pt x="10160" y="737377"/>
                      <a:pt x="6350" y="706821"/>
                      <a:pt x="7620" y="675676"/>
                    </a:cubicBezTo>
                    <a:cubicBezTo>
                      <a:pt x="5080" y="636893"/>
                      <a:pt x="0" y="156801"/>
                      <a:pt x="7620" y="117430"/>
                    </a:cubicBezTo>
                    <a:cubicBezTo>
                      <a:pt x="8890" y="109791"/>
                      <a:pt x="7620" y="101564"/>
                      <a:pt x="8890" y="93925"/>
                    </a:cubicBezTo>
                    <a:cubicBezTo>
                      <a:pt x="10160" y="81585"/>
                      <a:pt x="12700" y="6806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56820" y="30480"/>
                      <a:pt x="70488" y="29210"/>
                    </a:cubicBezTo>
                    <a:cubicBezTo>
                      <a:pt x="93551" y="25400"/>
                      <a:pt x="116615" y="22860"/>
                      <a:pt x="140533" y="20320"/>
                    </a:cubicBezTo>
                    <a:cubicBezTo>
                      <a:pt x="156763" y="17780"/>
                      <a:pt x="172993" y="16510"/>
                      <a:pt x="188369" y="13970"/>
                    </a:cubicBezTo>
                    <a:cubicBezTo>
                      <a:pt x="203745" y="11430"/>
                      <a:pt x="219975" y="8890"/>
                      <a:pt x="235351" y="8890"/>
                    </a:cubicBezTo>
                    <a:cubicBezTo>
                      <a:pt x="252435" y="7620"/>
                      <a:pt x="269519" y="10160"/>
                      <a:pt x="286604" y="8890"/>
                    </a:cubicBezTo>
                    <a:cubicBezTo>
                      <a:pt x="307959" y="8890"/>
                      <a:pt x="694918" y="6350"/>
                      <a:pt x="716273" y="5080"/>
                    </a:cubicBezTo>
                    <a:cubicBezTo>
                      <a:pt x="736774" y="3810"/>
                      <a:pt x="757275" y="2540"/>
                      <a:pt x="778631" y="2540"/>
                    </a:cubicBezTo>
                    <a:cubicBezTo>
                      <a:pt x="813653" y="1270"/>
                      <a:pt x="847822" y="0"/>
                      <a:pt x="882845" y="0"/>
                    </a:cubicBezTo>
                    <a:cubicBezTo>
                      <a:pt x="897366" y="0"/>
                      <a:pt x="912742" y="2540"/>
                      <a:pt x="927264" y="2540"/>
                    </a:cubicBezTo>
                    <a:cubicBezTo>
                      <a:pt x="967412" y="3810"/>
                      <a:pt x="1008414" y="5080"/>
                      <a:pt x="1048562" y="7620"/>
                    </a:cubicBezTo>
                    <a:cubicBezTo>
                      <a:pt x="1069917" y="8890"/>
                      <a:pt x="1091273" y="12700"/>
                      <a:pt x="1112628" y="16510"/>
                    </a:cubicBezTo>
                    <a:cubicBezTo>
                      <a:pt x="1117753" y="16510"/>
                      <a:pt x="1122879" y="16510"/>
                      <a:pt x="1127150" y="16510"/>
                    </a:cubicBezTo>
                    <a:cubicBezTo>
                      <a:pt x="1136879" y="17780"/>
                      <a:pt x="1145769" y="20320"/>
                      <a:pt x="1155929" y="21590"/>
                    </a:cubicBezTo>
                    <a:close/>
                    <a:moveTo>
                      <a:pt x="1166089" y="842879"/>
                    </a:moveTo>
                    <a:cubicBezTo>
                      <a:pt x="1167359" y="826369"/>
                      <a:pt x="1168629" y="813669"/>
                      <a:pt x="1168629" y="800969"/>
                    </a:cubicBezTo>
                    <a:cubicBezTo>
                      <a:pt x="1167359" y="766171"/>
                      <a:pt x="1166089" y="735027"/>
                      <a:pt x="1166089" y="701532"/>
                    </a:cubicBezTo>
                    <a:cubicBezTo>
                      <a:pt x="1166089" y="686254"/>
                      <a:pt x="1168629" y="670975"/>
                      <a:pt x="1167359" y="655697"/>
                    </a:cubicBezTo>
                    <a:cubicBezTo>
                      <a:pt x="1167359" y="641594"/>
                      <a:pt x="1166089" y="626903"/>
                      <a:pt x="1164819" y="612800"/>
                    </a:cubicBezTo>
                    <a:cubicBezTo>
                      <a:pt x="1159739" y="591058"/>
                      <a:pt x="1148309" y="140935"/>
                      <a:pt x="1148309" y="119193"/>
                    </a:cubicBezTo>
                    <a:cubicBezTo>
                      <a:pt x="1145769" y="100976"/>
                      <a:pt x="1143229" y="82172"/>
                      <a:pt x="1140689" y="63500"/>
                    </a:cubicBezTo>
                    <a:cubicBezTo>
                      <a:pt x="1139419" y="44450"/>
                      <a:pt x="1138149" y="43180"/>
                      <a:pt x="1124587" y="41910"/>
                    </a:cubicBezTo>
                    <a:cubicBezTo>
                      <a:pt x="1122024" y="41910"/>
                      <a:pt x="1120316" y="41910"/>
                      <a:pt x="1117753" y="40640"/>
                    </a:cubicBezTo>
                    <a:cubicBezTo>
                      <a:pt x="1096398" y="36830"/>
                      <a:pt x="1074188" y="31750"/>
                      <a:pt x="1052833" y="30480"/>
                    </a:cubicBezTo>
                    <a:cubicBezTo>
                      <a:pt x="1000726" y="26670"/>
                      <a:pt x="947765" y="25400"/>
                      <a:pt x="895658" y="22860"/>
                    </a:cubicBezTo>
                    <a:cubicBezTo>
                      <a:pt x="887970" y="22860"/>
                      <a:pt x="879428" y="22860"/>
                      <a:pt x="871740" y="22860"/>
                    </a:cubicBezTo>
                    <a:cubicBezTo>
                      <a:pt x="858927" y="22860"/>
                      <a:pt x="846113" y="22860"/>
                      <a:pt x="834154" y="22860"/>
                    </a:cubicBezTo>
                    <a:cubicBezTo>
                      <a:pt x="806820" y="22860"/>
                      <a:pt x="779485" y="22860"/>
                      <a:pt x="753004" y="24130"/>
                    </a:cubicBezTo>
                    <a:cubicBezTo>
                      <a:pt x="729940" y="25400"/>
                      <a:pt x="341273" y="29210"/>
                      <a:pt x="318210" y="29210"/>
                    </a:cubicBezTo>
                    <a:cubicBezTo>
                      <a:pt x="280624" y="29210"/>
                      <a:pt x="243039" y="26670"/>
                      <a:pt x="205453" y="33020"/>
                    </a:cubicBezTo>
                    <a:cubicBezTo>
                      <a:pt x="185806" y="36830"/>
                      <a:pt x="167014" y="36830"/>
                      <a:pt x="148221" y="38100"/>
                    </a:cubicBezTo>
                    <a:cubicBezTo>
                      <a:pt x="115761" y="41910"/>
                      <a:pt x="83301" y="45720"/>
                      <a:pt x="49530" y="50800"/>
                    </a:cubicBezTo>
                    <a:cubicBezTo>
                      <a:pt x="36830" y="50800"/>
                      <a:pt x="34290" y="53340"/>
                      <a:pt x="33020" y="66306"/>
                    </a:cubicBezTo>
                    <a:cubicBezTo>
                      <a:pt x="31750" y="76884"/>
                      <a:pt x="31750" y="87461"/>
                      <a:pt x="30480" y="98038"/>
                    </a:cubicBezTo>
                    <a:cubicBezTo>
                      <a:pt x="29210" y="115667"/>
                      <a:pt x="26670" y="132708"/>
                      <a:pt x="25400" y="150337"/>
                    </a:cubicBezTo>
                    <a:cubicBezTo>
                      <a:pt x="20320" y="169141"/>
                      <a:pt x="26670" y="628666"/>
                      <a:pt x="29210" y="647470"/>
                    </a:cubicBezTo>
                    <a:cubicBezTo>
                      <a:pt x="29210" y="667450"/>
                      <a:pt x="29210" y="688016"/>
                      <a:pt x="30480" y="707996"/>
                    </a:cubicBezTo>
                    <a:cubicBezTo>
                      <a:pt x="30480" y="722687"/>
                      <a:pt x="33020" y="737377"/>
                      <a:pt x="33020" y="752068"/>
                    </a:cubicBezTo>
                    <a:cubicBezTo>
                      <a:pt x="33020" y="767934"/>
                      <a:pt x="33020" y="783800"/>
                      <a:pt x="31750" y="800969"/>
                    </a:cubicBezTo>
                    <a:cubicBezTo>
                      <a:pt x="31750" y="804779"/>
                      <a:pt x="31750" y="807319"/>
                      <a:pt x="31750" y="811129"/>
                    </a:cubicBezTo>
                    <a:cubicBezTo>
                      <a:pt x="31750" y="821289"/>
                      <a:pt x="35560" y="825099"/>
                      <a:pt x="44450" y="825099"/>
                    </a:cubicBezTo>
                    <a:cubicBezTo>
                      <a:pt x="58529" y="825099"/>
                      <a:pt x="70488" y="826369"/>
                      <a:pt x="81592" y="826369"/>
                    </a:cubicBezTo>
                    <a:cubicBezTo>
                      <a:pt x="97822" y="826369"/>
                      <a:pt x="114907" y="823829"/>
                      <a:pt x="131137" y="826369"/>
                    </a:cubicBezTo>
                    <a:cubicBezTo>
                      <a:pt x="157617" y="830179"/>
                      <a:pt x="184098" y="832719"/>
                      <a:pt x="210579" y="831449"/>
                    </a:cubicBezTo>
                    <a:cubicBezTo>
                      <a:pt x="227663" y="830179"/>
                      <a:pt x="243893" y="832719"/>
                      <a:pt x="260977" y="832719"/>
                    </a:cubicBezTo>
                    <a:cubicBezTo>
                      <a:pt x="285749" y="832719"/>
                      <a:pt x="310522" y="831449"/>
                      <a:pt x="335294" y="832719"/>
                    </a:cubicBezTo>
                    <a:cubicBezTo>
                      <a:pt x="372025" y="833989"/>
                      <a:pt x="775214" y="823829"/>
                      <a:pt x="812799" y="826369"/>
                    </a:cubicBezTo>
                    <a:cubicBezTo>
                      <a:pt x="829029" y="827639"/>
                      <a:pt x="845259" y="828909"/>
                      <a:pt x="860635" y="828909"/>
                    </a:cubicBezTo>
                    <a:cubicBezTo>
                      <a:pt x="888824" y="831449"/>
                      <a:pt x="916159" y="827639"/>
                      <a:pt x="944348" y="831449"/>
                    </a:cubicBezTo>
                    <a:cubicBezTo>
                      <a:pt x="967412" y="833989"/>
                      <a:pt x="990475" y="833989"/>
                      <a:pt x="1013539" y="836529"/>
                    </a:cubicBezTo>
                    <a:cubicBezTo>
                      <a:pt x="1047708" y="840339"/>
                      <a:pt x="1081876" y="842879"/>
                      <a:pt x="1116045" y="844149"/>
                    </a:cubicBezTo>
                    <a:cubicBezTo>
                      <a:pt x="1128858" y="844149"/>
                      <a:pt x="1145769" y="842879"/>
                      <a:pt x="1166089" y="842879"/>
                    </a:cubicBezTo>
                    <a:close/>
                  </a:path>
                </a:pathLst>
              </a:custGeom>
              <a:solidFill>
                <a:srgbClr val="2F8585"/>
              </a:solid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1855039" y="317494"/>
              <a:ext cx="3456244" cy="46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4"/>
                </a:lnSpc>
              </a:pPr>
              <a:r>
                <a:rPr lang="en-US" sz="2129">
                  <a:solidFill>
                    <a:srgbClr val="443030"/>
                  </a:solidFill>
                  <a:latin typeface="Asap"/>
                  <a:ea typeface="Asap"/>
                  <a:cs typeface="Asap"/>
                  <a:sym typeface="Asap"/>
                </a:rPr>
                <a:t>để đóng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508373" y="233661"/>
              <a:ext cx="414530" cy="666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64"/>
                </a:lnSpc>
              </a:pPr>
              <a:r>
                <a:rPr lang="en-US" sz="320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X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409949" y="2860922"/>
            <a:ext cx="4265128" cy="783194"/>
            <a:chOff x="0" y="0"/>
            <a:chExt cx="5686837" cy="1044258"/>
          </a:xfrm>
        </p:grpSpPr>
        <p:grpSp>
          <p:nvGrpSpPr>
            <p:cNvPr name="Group 40" id="40"/>
            <p:cNvGrpSpPr/>
            <p:nvPr/>
          </p:nvGrpSpPr>
          <p:grpSpPr>
            <a:xfrm rot="-11283">
              <a:off x="89291" y="9903"/>
              <a:ext cx="5595878" cy="1025174"/>
              <a:chOff x="0" y="0"/>
              <a:chExt cx="4639627" cy="84998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10160" y="16510"/>
                <a:ext cx="4616767" cy="822047"/>
              </a:xfrm>
              <a:custGeom>
                <a:avLst/>
                <a:gdLst/>
                <a:ahLst/>
                <a:cxnLst/>
                <a:rect r="r" b="b" t="t" l="l"/>
                <a:pathLst>
                  <a:path h="822047" w="4616767">
                    <a:moveTo>
                      <a:pt x="4616767" y="822047"/>
                    </a:moveTo>
                    <a:lnTo>
                      <a:pt x="0" y="814427"/>
                    </a:lnTo>
                    <a:lnTo>
                      <a:pt x="0" y="298334"/>
                    </a:lnTo>
                    <a:lnTo>
                      <a:pt x="17780" y="19050"/>
                    </a:lnTo>
                    <a:lnTo>
                      <a:pt x="2300170" y="0"/>
                    </a:lnTo>
                    <a:lnTo>
                      <a:pt x="4597717" y="5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-3810" y="0"/>
                <a:ext cx="4645977" cy="848717"/>
              </a:xfrm>
              <a:custGeom>
                <a:avLst/>
                <a:gdLst/>
                <a:ahLst/>
                <a:cxnLst/>
                <a:rect r="r" b="b" t="t" l="l"/>
                <a:pathLst>
                  <a:path h="848717" w="4645977">
                    <a:moveTo>
                      <a:pt x="4611687" y="21590"/>
                    </a:moveTo>
                    <a:cubicBezTo>
                      <a:pt x="4612957" y="34290"/>
                      <a:pt x="4612957" y="44450"/>
                      <a:pt x="4614227" y="54610"/>
                    </a:cubicBezTo>
                    <a:cubicBezTo>
                      <a:pt x="4616767" y="75523"/>
                      <a:pt x="4618037" y="91709"/>
                      <a:pt x="4620577" y="107317"/>
                    </a:cubicBezTo>
                    <a:cubicBezTo>
                      <a:pt x="4620577" y="129862"/>
                      <a:pt x="4633277" y="574398"/>
                      <a:pt x="4639627" y="596942"/>
                    </a:cubicBezTo>
                    <a:cubicBezTo>
                      <a:pt x="4645977" y="631049"/>
                      <a:pt x="4642167" y="665733"/>
                      <a:pt x="4642167" y="699839"/>
                    </a:cubicBezTo>
                    <a:cubicBezTo>
                      <a:pt x="4642167" y="729898"/>
                      <a:pt x="4643437" y="757646"/>
                      <a:pt x="4644707" y="787757"/>
                    </a:cubicBezTo>
                    <a:cubicBezTo>
                      <a:pt x="4644707" y="809347"/>
                      <a:pt x="4644707" y="823317"/>
                      <a:pt x="4644707" y="847447"/>
                    </a:cubicBezTo>
                    <a:cubicBezTo>
                      <a:pt x="4621847" y="847447"/>
                      <a:pt x="4601527" y="848717"/>
                      <a:pt x="4571699" y="847447"/>
                    </a:cubicBezTo>
                    <a:cubicBezTo>
                      <a:pt x="4338034" y="842367"/>
                      <a:pt x="4100775" y="848717"/>
                      <a:pt x="3867110" y="843637"/>
                    </a:cubicBezTo>
                    <a:cubicBezTo>
                      <a:pt x="3726911" y="839827"/>
                      <a:pt x="3590308" y="842367"/>
                      <a:pt x="3450109" y="839827"/>
                    </a:cubicBezTo>
                    <a:cubicBezTo>
                      <a:pt x="3385402" y="838557"/>
                      <a:pt x="3320695" y="837287"/>
                      <a:pt x="3255987" y="836017"/>
                    </a:cubicBezTo>
                    <a:cubicBezTo>
                      <a:pt x="3216444" y="836017"/>
                      <a:pt x="3180496" y="837287"/>
                      <a:pt x="3140952" y="837287"/>
                    </a:cubicBezTo>
                    <a:cubicBezTo>
                      <a:pt x="3040297" y="836017"/>
                      <a:pt x="2763494" y="837287"/>
                      <a:pt x="2662839" y="836017"/>
                    </a:cubicBezTo>
                    <a:cubicBezTo>
                      <a:pt x="2590942" y="834747"/>
                      <a:pt x="1153007" y="843637"/>
                      <a:pt x="1081110" y="842367"/>
                    </a:cubicBezTo>
                    <a:cubicBezTo>
                      <a:pt x="1063135" y="842367"/>
                      <a:pt x="1041567" y="843637"/>
                      <a:pt x="1023592" y="843637"/>
                    </a:cubicBezTo>
                    <a:cubicBezTo>
                      <a:pt x="980454" y="843637"/>
                      <a:pt x="940911" y="844907"/>
                      <a:pt x="897773" y="844907"/>
                    </a:cubicBezTo>
                    <a:cubicBezTo>
                      <a:pt x="789928" y="844907"/>
                      <a:pt x="685677" y="843637"/>
                      <a:pt x="577832" y="842367"/>
                    </a:cubicBezTo>
                    <a:cubicBezTo>
                      <a:pt x="513125" y="841097"/>
                      <a:pt x="448418" y="839827"/>
                      <a:pt x="387306" y="838557"/>
                    </a:cubicBezTo>
                    <a:cubicBezTo>
                      <a:pt x="272271" y="837287"/>
                      <a:pt x="157236" y="836017"/>
                      <a:pt x="48260" y="836017"/>
                    </a:cubicBezTo>
                    <a:cubicBezTo>
                      <a:pt x="38100" y="836017"/>
                      <a:pt x="29210" y="836017"/>
                      <a:pt x="19050" y="834747"/>
                    </a:cubicBezTo>
                    <a:cubicBezTo>
                      <a:pt x="10160" y="833477"/>
                      <a:pt x="5080" y="827127"/>
                      <a:pt x="7620" y="818237"/>
                    </a:cubicBezTo>
                    <a:cubicBezTo>
                      <a:pt x="16510" y="786549"/>
                      <a:pt x="12700" y="772098"/>
                      <a:pt x="11430" y="757068"/>
                    </a:cubicBezTo>
                    <a:cubicBezTo>
                      <a:pt x="10160" y="726430"/>
                      <a:pt x="6350" y="696370"/>
                      <a:pt x="7620" y="665733"/>
                    </a:cubicBezTo>
                    <a:cubicBezTo>
                      <a:pt x="5080" y="627580"/>
                      <a:pt x="0" y="155297"/>
                      <a:pt x="7620" y="116566"/>
                    </a:cubicBezTo>
                    <a:cubicBezTo>
                      <a:pt x="8890" y="109052"/>
                      <a:pt x="7620" y="100959"/>
                      <a:pt x="8890" y="93444"/>
                    </a:cubicBezTo>
                    <a:cubicBezTo>
                      <a:pt x="10160" y="81304"/>
                      <a:pt x="12700" y="6800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67365" y="30480"/>
                      <a:pt x="124882" y="29210"/>
                    </a:cubicBezTo>
                    <a:cubicBezTo>
                      <a:pt x="221943" y="25400"/>
                      <a:pt x="319004" y="22860"/>
                      <a:pt x="419659" y="20320"/>
                    </a:cubicBezTo>
                    <a:cubicBezTo>
                      <a:pt x="487961" y="17780"/>
                      <a:pt x="556263" y="16510"/>
                      <a:pt x="620970" y="13970"/>
                    </a:cubicBezTo>
                    <a:cubicBezTo>
                      <a:pt x="685677" y="11430"/>
                      <a:pt x="753979" y="8890"/>
                      <a:pt x="818687" y="8890"/>
                    </a:cubicBezTo>
                    <a:cubicBezTo>
                      <a:pt x="890583" y="7620"/>
                      <a:pt x="962480" y="10160"/>
                      <a:pt x="1034377" y="8890"/>
                    </a:cubicBezTo>
                    <a:cubicBezTo>
                      <a:pt x="1124248" y="8890"/>
                      <a:pt x="2752710" y="6350"/>
                      <a:pt x="2842581" y="5080"/>
                    </a:cubicBezTo>
                    <a:cubicBezTo>
                      <a:pt x="2928857" y="3810"/>
                      <a:pt x="3015133" y="2540"/>
                      <a:pt x="3105004" y="2540"/>
                    </a:cubicBezTo>
                    <a:cubicBezTo>
                      <a:pt x="3252393" y="1270"/>
                      <a:pt x="3396186" y="0"/>
                      <a:pt x="3543575" y="0"/>
                    </a:cubicBezTo>
                    <a:cubicBezTo>
                      <a:pt x="3604687" y="0"/>
                      <a:pt x="3669394" y="2540"/>
                      <a:pt x="3730506" y="2540"/>
                    </a:cubicBezTo>
                    <a:cubicBezTo>
                      <a:pt x="3899464" y="3810"/>
                      <a:pt x="4072016" y="5080"/>
                      <a:pt x="4240973" y="7620"/>
                    </a:cubicBezTo>
                    <a:cubicBezTo>
                      <a:pt x="4330844" y="8890"/>
                      <a:pt x="4420716" y="12700"/>
                      <a:pt x="4510586" y="16510"/>
                    </a:cubicBezTo>
                    <a:cubicBezTo>
                      <a:pt x="4532155" y="16510"/>
                      <a:pt x="4553725" y="16510"/>
                      <a:pt x="4571699" y="16510"/>
                    </a:cubicBezTo>
                    <a:cubicBezTo>
                      <a:pt x="4592637" y="17780"/>
                      <a:pt x="4601527" y="20320"/>
                      <a:pt x="4611687" y="21590"/>
                    </a:cubicBezTo>
                    <a:close/>
                    <a:moveTo>
                      <a:pt x="4621847" y="830937"/>
                    </a:moveTo>
                    <a:cubicBezTo>
                      <a:pt x="4623117" y="814427"/>
                      <a:pt x="4624387" y="801727"/>
                      <a:pt x="4624387" y="789027"/>
                    </a:cubicBezTo>
                    <a:cubicBezTo>
                      <a:pt x="4623117" y="754756"/>
                      <a:pt x="4621847" y="724118"/>
                      <a:pt x="4621847" y="691168"/>
                    </a:cubicBezTo>
                    <a:cubicBezTo>
                      <a:pt x="4621847" y="676138"/>
                      <a:pt x="4624387" y="661108"/>
                      <a:pt x="4623117" y="646078"/>
                    </a:cubicBezTo>
                    <a:cubicBezTo>
                      <a:pt x="4623117" y="632205"/>
                      <a:pt x="4621847" y="617753"/>
                      <a:pt x="4620577" y="603879"/>
                    </a:cubicBezTo>
                    <a:cubicBezTo>
                      <a:pt x="4615497" y="582491"/>
                      <a:pt x="4604067" y="139689"/>
                      <a:pt x="4604067" y="118301"/>
                    </a:cubicBezTo>
                    <a:cubicBezTo>
                      <a:pt x="4601527" y="100380"/>
                      <a:pt x="4598987" y="81882"/>
                      <a:pt x="4596447" y="63500"/>
                    </a:cubicBezTo>
                    <a:cubicBezTo>
                      <a:pt x="4595177" y="44450"/>
                      <a:pt x="4593907" y="43180"/>
                      <a:pt x="4560914" y="41910"/>
                    </a:cubicBezTo>
                    <a:cubicBezTo>
                      <a:pt x="4550130" y="41910"/>
                      <a:pt x="4542940" y="41910"/>
                      <a:pt x="4532155" y="40640"/>
                    </a:cubicBezTo>
                    <a:cubicBezTo>
                      <a:pt x="4442285" y="36830"/>
                      <a:pt x="4348819" y="31750"/>
                      <a:pt x="4258948" y="30480"/>
                    </a:cubicBezTo>
                    <a:cubicBezTo>
                      <a:pt x="4039662" y="26670"/>
                      <a:pt x="3816783" y="25400"/>
                      <a:pt x="3597498" y="22860"/>
                    </a:cubicBezTo>
                    <a:cubicBezTo>
                      <a:pt x="3565144" y="22860"/>
                      <a:pt x="3529196" y="22860"/>
                      <a:pt x="3496842" y="22860"/>
                    </a:cubicBezTo>
                    <a:cubicBezTo>
                      <a:pt x="3442919" y="22860"/>
                      <a:pt x="3388997" y="22860"/>
                      <a:pt x="3338669" y="22860"/>
                    </a:cubicBezTo>
                    <a:cubicBezTo>
                      <a:pt x="3223634" y="22860"/>
                      <a:pt x="3108599" y="22860"/>
                      <a:pt x="2997159" y="24130"/>
                    </a:cubicBezTo>
                    <a:cubicBezTo>
                      <a:pt x="2900098" y="25400"/>
                      <a:pt x="1264447" y="29210"/>
                      <a:pt x="1167386" y="29210"/>
                    </a:cubicBezTo>
                    <a:cubicBezTo>
                      <a:pt x="1009213" y="29210"/>
                      <a:pt x="851040" y="26670"/>
                      <a:pt x="692867" y="33020"/>
                    </a:cubicBezTo>
                    <a:cubicBezTo>
                      <a:pt x="610186" y="36830"/>
                      <a:pt x="531099" y="36830"/>
                      <a:pt x="452013" y="38100"/>
                    </a:cubicBezTo>
                    <a:cubicBezTo>
                      <a:pt x="315409" y="41910"/>
                      <a:pt x="178805" y="45720"/>
                      <a:pt x="49530" y="50800"/>
                    </a:cubicBezTo>
                    <a:cubicBezTo>
                      <a:pt x="36830" y="50800"/>
                      <a:pt x="34290" y="53340"/>
                      <a:pt x="33020" y="66274"/>
                    </a:cubicBezTo>
                    <a:cubicBezTo>
                      <a:pt x="31750" y="76680"/>
                      <a:pt x="31750" y="87085"/>
                      <a:pt x="30480" y="97490"/>
                    </a:cubicBezTo>
                    <a:cubicBezTo>
                      <a:pt x="29210" y="114832"/>
                      <a:pt x="26670" y="131596"/>
                      <a:pt x="25400" y="148938"/>
                    </a:cubicBezTo>
                    <a:cubicBezTo>
                      <a:pt x="20320" y="167437"/>
                      <a:pt x="26670" y="619487"/>
                      <a:pt x="29210" y="637985"/>
                    </a:cubicBezTo>
                    <a:cubicBezTo>
                      <a:pt x="29210" y="657640"/>
                      <a:pt x="29210" y="677872"/>
                      <a:pt x="30480" y="697527"/>
                    </a:cubicBezTo>
                    <a:cubicBezTo>
                      <a:pt x="30480" y="711978"/>
                      <a:pt x="33020" y="726430"/>
                      <a:pt x="33020" y="740882"/>
                    </a:cubicBezTo>
                    <a:cubicBezTo>
                      <a:pt x="33020" y="756490"/>
                      <a:pt x="33020" y="772098"/>
                      <a:pt x="31750" y="789027"/>
                    </a:cubicBezTo>
                    <a:cubicBezTo>
                      <a:pt x="31750" y="792837"/>
                      <a:pt x="31750" y="795377"/>
                      <a:pt x="31750" y="799187"/>
                    </a:cubicBezTo>
                    <a:cubicBezTo>
                      <a:pt x="31750" y="809347"/>
                      <a:pt x="35560" y="813157"/>
                      <a:pt x="44450" y="813157"/>
                    </a:cubicBezTo>
                    <a:cubicBezTo>
                      <a:pt x="74555" y="813157"/>
                      <a:pt x="124882" y="814427"/>
                      <a:pt x="171615" y="814427"/>
                    </a:cubicBezTo>
                    <a:cubicBezTo>
                      <a:pt x="239917" y="814427"/>
                      <a:pt x="311814" y="811887"/>
                      <a:pt x="380116" y="814427"/>
                    </a:cubicBezTo>
                    <a:cubicBezTo>
                      <a:pt x="491556" y="818237"/>
                      <a:pt x="602996" y="820777"/>
                      <a:pt x="714436" y="819507"/>
                    </a:cubicBezTo>
                    <a:cubicBezTo>
                      <a:pt x="786333" y="818237"/>
                      <a:pt x="854635" y="820777"/>
                      <a:pt x="926532" y="820777"/>
                    </a:cubicBezTo>
                    <a:cubicBezTo>
                      <a:pt x="1030782" y="820777"/>
                      <a:pt x="1135032" y="819507"/>
                      <a:pt x="1239283" y="820777"/>
                    </a:cubicBezTo>
                    <a:cubicBezTo>
                      <a:pt x="1393861" y="822047"/>
                      <a:pt x="3090625" y="811887"/>
                      <a:pt x="3248798" y="814427"/>
                    </a:cubicBezTo>
                    <a:cubicBezTo>
                      <a:pt x="3317100" y="815697"/>
                      <a:pt x="3385402" y="816967"/>
                      <a:pt x="3450109" y="816967"/>
                    </a:cubicBezTo>
                    <a:cubicBezTo>
                      <a:pt x="3568739" y="819507"/>
                      <a:pt x="3683773" y="815697"/>
                      <a:pt x="3802403" y="819507"/>
                    </a:cubicBezTo>
                    <a:cubicBezTo>
                      <a:pt x="3899464" y="822047"/>
                      <a:pt x="3996524" y="822047"/>
                      <a:pt x="4093585" y="824587"/>
                    </a:cubicBezTo>
                    <a:cubicBezTo>
                      <a:pt x="4237379" y="828397"/>
                      <a:pt x="4381172" y="830937"/>
                      <a:pt x="4524966" y="832207"/>
                    </a:cubicBezTo>
                    <a:cubicBezTo>
                      <a:pt x="4578888" y="832207"/>
                      <a:pt x="4601527" y="830937"/>
                      <a:pt x="4621847" y="83093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3" id="43"/>
            <p:cNvGrpSpPr/>
            <p:nvPr/>
          </p:nvGrpSpPr>
          <p:grpSpPr>
            <a:xfrm rot="-11283">
              <a:off x="1702" y="2341"/>
              <a:ext cx="1427871" cy="1039577"/>
              <a:chOff x="0" y="0"/>
              <a:chExt cx="1183869" cy="86192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10160" y="16510"/>
                <a:ext cx="1161009" cy="833989"/>
              </a:xfrm>
              <a:custGeom>
                <a:avLst/>
                <a:gdLst/>
                <a:ahLst/>
                <a:cxnLst/>
                <a:rect r="r" b="b" t="t" l="l"/>
                <a:pathLst>
                  <a:path h="833989" w="1161009">
                    <a:moveTo>
                      <a:pt x="1161009" y="833989"/>
                    </a:moveTo>
                    <a:lnTo>
                      <a:pt x="0" y="826369"/>
                    </a:lnTo>
                    <a:lnTo>
                      <a:pt x="0" y="302476"/>
                    </a:lnTo>
                    <a:lnTo>
                      <a:pt x="17780" y="19050"/>
                    </a:lnTo>
                    <a:lnTo>
                      <a:pt x="576734" y="0"/>
                    </a:lnTo>
                    <a:lnTo>
                      <a:pt x="1141959" y="5080"/>
                    </a:lnTo>
                    <a:close/>
                  </a:path>
                </a:pathLst>
              </a:custGeom>
              <a:solidFill>
                <a:srgbClr val="2F8585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-3810" y="0"/>
                <a:ext cx="1190219" cy="860659"/>
              </a:xfrm>
              <a:custGeom>
                <a:avLst/>
                <a:gdLst/>
                <a:ahLst/>
                <a:cxnLst/>
                <a:rect r="r" b="b" t="t" l="l"/>
                <a:pathLst>
                  <a:path h="860659" w="1190219">
                    <a:moveTo>
                      <a:pt x="1155929" y="21590"/>
                    </a:moveTo>
                    <a:cubicBezTo>
                      <a:pt x="1157199" y="34290"/>
                      <a:pt x="1157199" y="44450"/>
                      <a:pt x="1158469" y="54610"/>
                    </a:cubicBezTo>
                    <a:cubicBezTo>
                      <a:pt x="1161009" y="75708"/>
                      <a:pt x="1162279" y="92162"/>
                      <a:pt x="1164819" y="108028"/>
                    </a:cubicBezTo>
                    <a:cubicBezTo>
                      <a:pt x="1164819" y="130945"/>
                      <a:pt x="1177519" y="582831"/>
                      <a:pt x="1183869" y="605749"/>
                    </a:cubicBezTo>
                    <a:cubicBezTo>
                      <a:pt x="1190219" y="640419"/>
                      <a:pt x="1186409" y="675676"/>
                      <a:pt x="1186409" y="710346"/>
                    </a:cubicBezTo>
                    <a:cubicBezTo>
                      <a:pt x="1186409" y="740903"/>
                      <a:pt x="1187679" y="769109"/>
                      <a:pt x="1188949" y="799699"/>
                    </a:cubicBezTo>
                    <a:cubicBezTo>
                      <a:pt x="1188949" y="821289"/>
                      <a:pt x="1188949" y="835259"/>
                      <a:pt x="1188949" y="859389"/>
                    </a:cubicBezTo>
                    <a:cubicBezTo>
                      <a:pt x="1166089" y="859389"/>
                      <a:pt x="1145769" y="860659"/>
                      <a:pt x="1127150" y="859389"/>
                    </a:cubicBezTo>
                    <a:cubicBezTo>
                      <a:pt x="1071626" y="854309"/>
                      <a:pt x="1015248" y="860659"/>
                      <a:pt x="959724" y="855579"/>
                    </a:cubicBezTo>
                    <a:cubicBezTo>
                      <a:pt x="926409" y="851769"/>
                      <a:pt x="893949" y="854309"/>
                      <a:pt x="860635" y="851769"/>
                    </a:cubicBezTo>
                    <a:cubicBezTo>
                      <a:pt x="845259" y="850499"/>
                      <a:pt x="829883" y="849229"/>
                      <a:pt x="814507" y="847959"/>
                    </a:cubicBezTo>
                    <a:cubicBezTo>
                      <a:pt x="805111" y="847959"/>
                      <a:pt x="796569" y="849229"/>
                      <a:pt x="787173" y="849229"/>
                    </a:cubicBezTo>
                    <a:cubicBezTo>
                      <a:pt x="763255" y="847959"/>
                      <a:pt x="697480" y="849229"/>
                      <a:pt x="673562" y="847959"/>
                    </a:cubicBezTo>
                    <a:cubicBezTo>
                      <a:pt x="656478" y="846689"/>
                      <a:pt x="314793" y="855579"/>
                      <a:pt x="297708" y="854309"/>
                    </a:cubicBezTo>
                    <a:cubicBezTo>
                      <a:pt x="293437" y="854309"/>
                      <a:pt x="288312" y="855579"/>
                      <a:pt x="284041" y="855579"/>
                    </a:cubicBezTo>
                    <a:cubicBezTo>
                      <a:pt x="273790" y="855579"/>
                      <a:pt x="264394" y="856849"/>
                      <a:pt x="254144" y="856849"/>
                    </a:cubicBezTo>
                    <a:cubicBezTo>
                      <a:pt x="228517" y="856849"/>
                      <a:pt x="203745" y="855579"/>
                      <a:pt x="178119" y="854309"/>
                    </a:cubicBezTo>
                    <a:cubicBezTo>
                      <a:pt x="162743" y="853039"/>
                      <a:pt x="147367" y="851769"/>
                      <a:pt x="132845" y="850499"/>
                    </a:cubicBezTo>
                    <a:cubicBezTo>
                      <a:pt x="105510" y="849229"/>
                      <a:pt x="78176" y="847959"/>
                      <a:pt x="48260" y="847959"/>
                    </a:cubicBezTo>
                    <a:cubicBezTo>
                      <a:pt x="38100" y="847959"/>
                      <a:pt x="29210" y="847959"/>
                      <a:pt x="19050" y="846689"/>
                    </a:cubicBezTo>
                    <a:cubicBezTo>
                      <a:pt x="10160" y="845419"/>
                      <a:pt x="5080" y="839069"/>
                      <a:pt x="7620" y="830179"/>
                    </a:cubicBezTo>
                    <a:cubicBezTo>
                      <a:pt x="16510" y="798491"/>
                      <a:pt x="12700" y="783800"/>
                      <a:pt x="11430" y="768522"/>
                    </a:cubicBezTo>
                    <a:cubicBezTo>
                      <a:pt x="10160" y="737377"/>
                      <a:pt x="6350" y="706821"/>
                      <a:pt x="7620" y="675676"/>
                    </a:cubicBezTo>
                    <a:cubicBezTo>
                      <a:pt x="5080" y="636893"/>
                      <a:pt x="0" y="156801"/>
                      <a:pt x="7620" y="117430"/>
                    </a:cubicBezTo>
                    <a:cubicBezTo>
                      <a:pt x="8890" y="109791"/>
                      <a:pt x="7620" y="101564"/>
                      <a:pt x="8890" y="93925"/>
                    </a:cubicBezTo>
                    <a:cubicBezTo>
                      <a:pt x="10160" y="81585"/>
                      <a:pt x="12700" y="6806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56820" y="30480"/>
                      <a:pt x="70488" y="29210"/>
                    </a:cubicBezTo>
                    <a:cubicBezTo>
                      <a:pt x="93551" y="25400"/>
                      <a:pt x="116615" y="22860"/>
                      <a:pt x="140533" y="20320"/>
                    </a:cubicBezTo>
                    <a:cubicBezTo>
                      <a:pt x="156763" y="17780"/>
                      <a:pt x="172993" y="16510"/>
                      <a:pt x="188369" y="13970"/>
                    </a:cubicBezTo>
                    <a:cubicBezTo>
                      <a:pt x="203745" y="11430"/>
                      <a:pt x="219975" y="8890"/>
                      <a:pt x="235351" y="8890"/>
                    </a:cubicBezTo>
                    <a:cubicBezTo>
                      <a:pt x="252435" y="7620"/>
                      <a:pt x="269519" y="10160"/>
                      <a:pt x="286604" y="8890"/>
                    </a:cubicBezTo>
                    <a:cubicBezTo>
                      <a:pt x="307959" y="8890"/>
                      <a:pt x="694918" y="6350"/>
                      <a:pt x="716273" y="5080"/>
                    </a:cubicBezTo>
                    <a:cubicBezTo>
                      <a:pt x="736774" y="3810"/>
                      <a:pt x="757275" y="2540"/>
                      <a:pt x="778631" y="2540"/>
                    </a:cubicBezTo>
                    <a:cubicBezTo>
                      <a:pt x="813653" y="1270"/>
                      <a:pt x="847822" y="0"/>
                      <a:pt x="882845" y="0"/>
                    </a:cubicBezTo>
                    <a:cubicBezTo>
                      <a:pt x="897366" y="0"/>
                      <a:pt x="912742" y="2540"/>
                      <a:pt x="927264" y="2540"/>
                    </a:cubicBezTo>
                    <a:cubicBezTo>
                      <a:pt x="967412" y="3810"/>
                      <a:pt x="1008414" y="5080"/>
                      <a:pt x="1048562" y="7620"/>
                    </a:cubicBezTo>
                    <a:cubicBezTo>
                      <a:pt x="1069917" y="8890"/>
                      <a:pt x="1091273" y="12700"/>
                      <a:pt x="1112628" y="16510"/>
                    </a:cubicBezTo>
                    <a:cubicBezTo>
                      <a:pt x="1117753" y="16510"/>
                      <a:pt x="1122879" y="16510"/>
                      <a:pt x="1127150" y="16510"/>
                    </a:cubicBezTo>
                    <a:cubicBezTo>
                      <a:pt x="1136879" y="17780"/>
                      <a:pt x="1145769" y="20320"/>
                      <a:pt x="1155929" y="21590"/>
                    </a:cubicBezTo>
                    <a:close/>
                    <a:moveTo>
                      <a:pt x="1166089" y="842879"/>
                    </a:moveTo>
                    <a:cubicBezTo>
                      <a:pt x="1167359" y="826369"/>
                      <a:pt x="1168629" y="813669"/>
                      <a:pt x="1168629" y="800969"/>
                    </a:cubicBezTo>
                    <a:cubicBezTo>
                      <a:pt x="1167359" y="766171"/>
                      <a:pt x="1166089" y="735027"/>
                      <a:pt x="1166089" y="701532"/>
                    </a:cubicBezTo>
                    <a:cubicBezTo>
                      <a:pt x="1166089" y="686254"/>
                      <a:pt x="1168629" y="670975"/>
                      <a:pt x="1167359" y="655697"/>
                    </a:cubicBezTo>
                    <a:cubicBezTo>
                      <a:pt x="1167359" y="641594"/>
                      <a:pt x="1166089" y="626903"/>
                      <a:pt x="1164819" y="612800"/>
                    </a:cubicBezTo>
                    <a:cubicBezTo>
                      <a:pt x="1159739" y="591058"/>
                      <a:pt x="1148309" y="140935"/>
                      <a:pt x="1148309" y="119193"/>
                    </a:cubicBezTo>
                    <a:cubicBezTo>
                      <a:pt x="1145769" y="100976"/>
                      <a:pt x="1143229" y="82172"/>
                      <a:pt x="1140689" y="63500"/>
                    </a:cubicBezTo>
                    <a:cubicBezTo>
                      <a:pt x="1139419" y="44450"/>
                      <a:pt x="1138149" y="43180"/>
                      <a:pt x="1124587" y="41910"/>
                    </a:cubicBezTo>
                    <a:cubicBezTo>
                      <a:pt x="1122024" y="41910"/>
                      <a:pt x="1120316" y="41910"/>
                      <a:pt x="1117753" y="40640"/>
                    </a:cubicBezTo>
                    <a:cubicBezTo>
                      <a:pt x="1096398" y="36830"/>
                      <a:pt x="1074188" y="31750"/>
                      <a:pt x="1052833" y="30480"/>
                    </a:cubicBezTo>
                    <a:cubicBezTo>
                      <a:pt x="1000726" y="26670"/>
                      <a:pt x="947765" y="25400"/>
                      <a:pt x="895658" y="22860"/>
                    </a:cubicBezTo>
                    <a:cubicBezTo>
                      <a:pt x="887970" y="22860"/>
                      <a:pt x="879428" y="22860"/>
                      <a:pt x="871740" y="22860"/>
                    </a:cubicBezTo>
                    <a:cubicBezTo>
                      <a:pt x="858927" y="22860"/>
                      <a:pt x="846113" y="22860"/>
                      <a:pt x="834154" y="22860"/>
                    </a:cubicBezTo>
                    <a:cubicBezTo>
                      <a:pt x="806820" y="22860"/>
                      <a:pt x="779485" y="22860"/>
                      <a:pt x="753004" y="24130"/>
                    </a:cubicBezTo>
                    <a:cubicBezTo>
                      <a:pt x="729940" y="25400"/>
                      <a:pt x="341273" y="29210"/>
                      <a:pt x="318210" y="29210"/>
                    </a:cubicBezTo>
                    <a:cubicBezTo>
                      <a:pt x="280624" y="29210"/>
                      <a:pt x="243039" y="26670"/>
                      <a:pt x="205453" y="33020"/>
                    </a:cubicBezTo>
                    <a:cubicBezTo>
                      <a:pt x="185806" y="36830"/>
                      <a:pt x="167014" y="36830"/>
                      <a:pt x="148221" y="38100"/>
                    </a:cubicBezTo>
                    <a:cubicBezTo>
                      <a:pt x="115761" y="41910"/>
                      <a:pt x="83301" y="45720"/>
                      <a:pt x="49530" y="50800"/>
                    </a:cubicBezTo>
                    <a:cubicBezTo>
                      <a:pt x="36830" y="50800"/>
                      <a:pt x="34290" y="53340"/>
                      <a:pt x="33020" y="66306"/>
                    </a:cubicBezTo>
                    <a:cubicBezTo>
                      <a:pt x="31750" y="76884"/>
                      <a:pt x="31750" y="87461"/>
                      <a:pt x="30480" y="98038"/>
                    </a:cubicBezTo>
                    <a:cubicBezTo>
                      <a:pt x="29210" y="115667"/>
                      <a:pt x="26670" y="132708"/>
                      <a:pt x="25400" y="150337"/>
                    </a:cubicBezTo>
                    <a:cubicBezTo>
                      <a:pt x="20320" y="169141"/>
                      <a:pt x="26670" y="628666"/>
                      <a:pt x="29210" y="647470"/>
                    </a:cubicBezTo>
                    <a:cubicBezTo>
                      <a:pt x="29210" y="667450"/>
                      <a:pt x="29210" y="688016"/>
                      <a:pt x="30480" y="707996"/>
                    </a:cubicBezTo>
                    <a:cubicBezTo>
                      <a:pt x="30480" y="722687"/>
                      <a:pt x="33020" y="737377"/>
                      <a:pt x="33020" y="752068"/>
                    </a:cubicBezTo>
                    <a:cubicBezTo>
                      <a:pt x="33020" y="767934"/>
                      <a:pt x="33020" y="783800"/>
                      <a:pt x="31750" y="800969"/>
                    </a:cubicBezTo>
                    <a:cubicBezTo>
                      <a:pt x="31750" y="804779"/>
                      <a:pt x="31750" y="807319"/>
                      <a:pt x="31750" y="811129"/>
                    </a:cubicBezTo>
                    <a:cubicBezTo>
                      <a:pt x="31750" y="821289"/>
                      <a:pt x="35560" y="825099"/>
                      <a:pt x="44450" y="825099"/>
                    </a:cubicBezTo>
                    <a:cubicBezTo>
                      <a:pt x="58529" y="825099"/>
                      <a:pt x="70488" y="826369"/>
                      <a:pt x="81592" y="826369"/>
                    </a:cubicBezTo>
                    <a:cubicBezTo>
                      <a:pt x="97822" y="826369"/>
                      <a:pt x="114907" y="823829"/>
                      <a:pt x="131137" y="826369"/>
                    </a:cubicBezTo>
                    <a:cubicBezTo>
                      <a:pt x="157617" y="830179"/>
                      <a:pt x="184098" y="832719"/>
                      <a:pt x="210579" y="831449"/>
                    </a:cubicBezTo>
                    <a:cubicBezTo>
                      <a:pt x="227663" y="830179"/>
                      <a:pt x="243893" y="832719"/>
                      <a:pt x="260977" y="832719"/>
                    </a:cubicBezTo>
                    <a:cubicBezTo>
                      <a:pt x="285749" y="832719"/>
                      <a:pt x="310522" y="831449"/>
                      <a:pt x="335294" y="832719"/>
                    </a:cubicBezTo>
                    <a:cubicBezTo>
                      <a:pt x="372025" y="833989"/>
                      <a:pt x="775214" y="823829"/>
                      <a:pt x="812799" y="826369"/>
                    </a:cubicBezTo>
                    <a:cubicBezTo>
                      <a:pt x="829029" y="827639"/>
                      <a:pt x="845259" y="828909"/>
                      <a:pt x="860635" y="828909"/>
                    </a:cubicBezTo>
                    <a:cubicBezTo>
                      <a:pt x="888824" y="831449"/>
                      <a:pt x="916159" y="827639"/>
                      <a:pt x="944348" y="831449"/>
                    </a:cubicBezTo>
                    <a:cubicBezTo>
                      <a:pt x="967412" y="833989"/>
                      <a:pt x="990475" y="833989"/>
                      <a:pt x="1013539" y="836529"/>
                    </a:cubicBezTo>
                    <a:cubicBezTo>
                      <a:pt x="1047708" y="840339"/>
                      <a:pt x="1081876" y="842879"/>
                      <a:pt x="1116045" y="844149"/>
                    </a:cubicBezTo>
                    <a:cubicBezTo>
                      <a:pt x="1128858" y="844149"/>
                      <a:pt x="1145769" y="842879"/>
                      <a:pt x="1166089" y="842879"/>
                    </a:cubicBezTo>
                    <a:close/>
                  </a:path>
                </a:pathLst>
              </a:custGeom>
              <a:solidFill>
                <a:srgbClr val="2F8585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1855039" y="317494"/>
              <a:ext cx="2892301" cy="46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4"/>
                </a:lnSpc>
              </a:pPr>
              <a:r>
                <a:rPr lang="en-US" sz="2129">
                  <a:solidFill>
                    <a:srgbClr val="443030"/>
                  </a:solidFill>
                  <a:latin typeface="Asap"/>
                  <a:ea typeface="Asap"/>
                  <a:cs typeface="Asap"/>
                  <a:sym typeface="Asap"/>
                </a:rPr>
                <a:t>để tạo pháo giấy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508373" y="224136"/>
              <a:ext cx="414530" cy="676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63"/>
                </a:lnSpc>
              </a:pPr>
              <a:r>
                <a:rPr lang="en-US" sz="3199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C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09949" y="4123542"/>
            <a:ext cx="4265128" cy="783194"/>
            <a:chOff x="0" y="0"/>
            <a:chExt cx="5686837" cy="1044258"/>
          </a:xfrm>
        </p:grpSpPr>
        <p:grpSp>
          <p:nvGrpSpPr>
            <p:cNvPr name="Group 49" id="49"/>
            <p:cNvGrpSpPr/>
            <p:nvPr/>
          </p:nvGrpSpPr>
          <p:grpSpPr>
            <a:xfrm rot="-11283">
              <a:off x="89291" y="9903"/>
              <a:ext cx="5595878" cy="1025174"/>
              <a:chOff x="0" y="0"/>
              <a:chExt cx="4639627" cy="849987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10160" y="16510"/>
                <a:ext cx="4616767" cy="822047"/>
              </a:xfrm>
              <a:custGeom>
                <a:avLst/>
                <a:gdLst/>
                <a:ahLst/>
                <a:cxnLst/>
                <a:rect r="r" b="b" t="t" l="l"/>
                <a:pathLst>
                  <a:path h="822047" w="4616767">
                    <a:moveTo>
                      <a:pt x="4616767" y="822047"/>
                    </a:moveTo>
                    <a:lnTo>
                      <a:pt x="0" y="814427"/>
                    </a:lnTo>
                    <a:lnTo>
                      <a:pt x="0" y="298334"/>
                    </a:lnTo>
                    <a:lnTo>
                      <a:pt x="17780" y="19050"/>
                    </a:lnTo>
                    <a:lnTo>
                      <a:pt x="2300170" y="0"/>
                    </a:lnTo>
                    <a:lnTo>
                      <a:pt x="4597717" y="5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-3810" y="0"/>
                <a:ext cx="4645977" cy="848717"/>
              </a:xfrm>
              <a:custGeom>
                <a:avLst/>
                <a:gdLst/>
                <a:ahLst/>
                <a:cxnLst/>
                <a:rect r="r" b="b" t="t" l="l"/>
                <a:pathLst>
                  <a:path h="848717" w="4645977">
                    <a:moveTo>
                      <a:pt x="4611687" y="21590"/>
                    </a:moveTo>
                    <a:cubicBezTo>
                      <a:pt x="4612957" y="34290"/>
                      <a:pt x="4612957" y="44450"/>
                      <a:pt x="4614227" y="54610"/>
                    </a:cubicBezTo>
                    <a:cubicBezTo>
                      <a:pt x="4616767" y="75523"/>
                      <a:pt x="4618037" y="91709"/>
                      <a:pt x="4620577" y="107317"/>
                    </a:cubicBezTo>
                    <a:cubicBezTo>
                      <a:pt x="4620577" y="129862"/>
                      <a:pt x="4633277" y="574398"/>
                      <a:pt x="4639627" y="596942"/>
                    </a:cubicBezTo>
                    <a:cubicBezTo>
                      <a:pt x="4645977" y="631049"/>
                      <a:pt x="4642167" y="665733"/>
                      <a:pt x="4642167" y="699839"/>
                    </a:cubicBezTo>
                    <a:cubicBezTo>
                      <a:pt x="4642167" y="729898"/>
                      <a:pt x="4643437" y="757646"/>
                      <a:pt x="4644707" y="787757"/>
                    </a:cubicBezTo>
                    <a:cubicBezTo>
                      <a:pt x="4644707" y="809347"/>
                      <a:pt x="4644707" y="823317"/>
                      <a:pt x="4644707" y="847447"/>
                    </a:cubicBezTo>
                    <a:cubicBezTo>
                      <a:pt x="4621847" y="847447"/>
                      <a:pt x="4601527" y="848717"/>
                      <a:pt x="4571699" y="847447"/>
                    </a:cubicBezTo>
                    <a:cubicBezTo>
                      <a:pt x="4338034" y="842367"/>
                      <a:pt x="4100775" y="848717"/>
                      <a:pt x="3867110" y="843637"/>
                    </a:cubicBezTo>
                    <a:cubicBezTo>
                      <a:pt x="3726911" y="839827"/>
                      <a:pt x="3590308" y="842367"/>
                      <a:pt x="3450109" y="839827"/>
                    </a:cubicBezTo>
                    <a:cubicBezTo>
                      <a:pt x="3385402" y="838557"/>
                      <a:pt x="3320695" y="837287"/>
                      <a:pt x="3255987" y="836017"/>
                    </a:cubicBezTo>
                    <a:cubicBezTo>
                      <a:pt x="3216444" y="836017"/>
                      <a:pt x="3180496" y="837287"/>
                      <a:pt x="3140952" y="837287"/>
                    </a:cubicBezTo>
                    <a:cubicBezTo>
                      <a:pt x="3040297" y="836017"/>
                      <a:pt x="2763494" y="837287"/>
                      <a:pt x="2662839" y="836017"/>
                    </a:cubicBezTo>
                    <a:cubicBezTo>
                      <a:pt x="2590942" y="834747"/>
                      <a:pt x="1153007" y="843637"/>
                      <a:pt x="1081110" y="842367"/>
                    </a:cubicBezTo>
                    <a:cubicBezTo>
                      <a:pt x="1063135" y="842367"/>
                      <a:pt x="1041567" y="843637"/>
                      <a:pt x="1023592" y="843637"/>
                    </a:cubicBezTo>
                    <a:cubicBezTo>
                      <a:pt x="980454" y="843637"/>
                      <a:pt x="940911" y="844907"/>
                      <a:pt x="897773" y="844907"/>
                    </a:cubicBezTo>
                    <a:cubicBezTo>
                      <a:pt x="789928" y="844907"/>
                      <a:pt x="685677" y="843637"/>
                      <a:pt x="577832" y="842367"/>
                    </a:cubicBezTo>
                    <a:cubicBezTo>
                      <a:pt x="513125" y="841097"/>
                      <a:pt x="448418" y="839827"/>
                      <a:pt x="387306" y="838557"/>
                    </a:cubicBezTo>
                    <a:cubicBezTo>
                      <a:pt x="272271" y="837287"/>
                      <a:pt x="157236" y="836017"/>
                      <a:pt x="48260" y="836017"/>
                    </a:cubicBezTo>
                    <a:cubicBezTo>
                      <a:pt x="38100" y="836017"/>
                      <a:pt x="29210" y="836017"/>
                      <a:pt x="19050" y="834747"/>
                    </a:cubicBezTo>
                    <a:cubicBezTo>
                      <a:pt x="10160" y="833477"/>
                      <a:pt x="5080" y="827127"/>
                      <a:pt x="7620" y="818237"/>
                    </a:cubicBezTo>
                    <a:cubicBezTo>
                      <a:pt x="16510" y="786549"/>
                      <a:pt x="12700" y="772098"/>
                      <a:pt x="11430" y="757068"/>
                    </a:cubicBezTo>
                    <a:cubicBezTo>
                      <a:pt x="10160" y="726430"/>
                      <a:pt x="6350" y="696370"/>
                      <a:pt x="7620" y="665733"/>
                    </a:cubicBezTo>
                    <a:cubicBezTo>
                      <a:pt x="5080" y="627580"/>
                      <a:pt x="0" y="155297"/>
                      <a:pt x="7620" y="116566"/>
                    </a:cubicBezTo>
                    <a:cubicBezTo>
                      <a:pt x="8890" y="109052"/>
                      <a:pt x="7620" y="100959"/>
                      <a:pt x="8890" y="93444"/>
                    </a:cubicBezTo>
                    <a:cubicBezTo>
                      <a:pt x="10160" y="81304"/>
                      <a:pt x="12700" y="6800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67365" y="30480"/>
                      <a:pt x="124882" y="29210"/>
                    </a:cubicBezTo>
                    <a:cubicBezTo>
                      <a:pt x="221943" y="25400"/>
                      <a:pt x="319004" y="22860"/>
                      <a:pt x="419659" y="20320"/>
                    </a:cubicBezTo>
                    <a:cubicBezTo>
                      <a:pt x="487961" y="17780"/>
                      <a:pt x="556263" y="16510"/>
                      <a:pt x="620970" y="13970"/>
                    </a:cubicBezTo>
                    <a:cubicBezTo>
                      <a:pt x="685677" y="11430"/>
                      <a:pt x="753979" y="8890"/>
                      <a:pt x="818687" y="8890"/>
                    </a:cubicBezTo>
                    <a:cubicBezTo>
                      <a:pt x="890583" y="7620"/>
                      <a:pt x="962480" y="10160"/>
                      <a:pt x="1034377" y="8890"/>
                    </a:cubicBezTo>
                    <a:cubicBezTo>
                      <a:pt x="1124248" y="8890"/>
                      <a:pt x="2752710" y="6350"/>
                      <a:pt x="2842581" y="5080"/>
                    </a:cubicBezTo>
                    <a:cubicBezTo>
                      <a:pt x="2928857" y="3810"/>
                      <a:pt x="3015133" y="2540"/>
                      <a:pt x="3105004" y="2540"/>
                    </a:cubicBezTo>
                    <a:cubicBezTo>
                      <a:pt x="3252393" y="1270"/>
                      <a:pt x="3396186" y="0"/>
                      <a:pt x="3543575" y="0"/>
                    </a:cubicBezTo>
                    <a:cubicBezTo>
                      <a:pt x="3604687" y="0"/>
                      <a:pt x="3669394" y="2540"/>
                      <a:pt x="3730506" y="2540"/>
                    </a:cubicBezTo>
                    <a:cubicBezTo>
                      <a:pt x="3899464" y="3810"/>
                      <a:pt x="4072016" y="5080"/>
                      <a:pt x="4240973" y="7620"/>
                    </a:cubicBezTo>
                    <a:cubicBezTo>
                      <a:pt x="4330844" y="8890"/>
                      <a:pt x="4420716" y="12700"/>
                      <a:pt x="4510586" y="16510"/>
                    </a:cubicBezTo>
                    <a:cubicBezTo>
                      <a:pt x="4532155" y="16510"/>
                      <a:pt x="4553725" y="16510"/>
                      <a:pt x="4571699" y="16510"/>
                    </a:cubicBezTo>
                    <a:cubicBezTo>
                      <a:pt x="4592637" y="17780"/>
                      <a:pt x="4601527" y="20320"/>
                      <a:pt x="4611687" y="21590"/>
                    </a:cubicBezTo>
                    <a:close/>
                    <a:moveTo>
                      <a:pt x="4621847" y="830937"/>
                    </a:moveTo>
                    <a:cubicBezTo>
                      <a:pt x="4623117" y="814427"/>
                      <a:pt x="4624387" y="801727"/>
                      <a:pt x="4624387" y="789027"/>
                    </a:cubicBezTo>
                    <a:cubicBezTo>
                      <a:pt x="4623117" y="754756"/>
                      <a:pt x="4621847" y="724118"/>
                      <a:pt x="4621847" y="691168"/>
                    </a:cubicBezTo>
                    <a:cubicBezTo>
                      <a:pt x="4621847" y="676138"/>
                      <a:pt x="4624387" y="661108"/>
                      <a:pt x="4623117" y="646078"/>
                    </a:cubicBezTo>
                    <a:cubicBezTo>
                      <a:pt x="4623117" y="632205"/>
                      <a:pt x="4621847" y="617753"/>
                      <a:pt x="4620577" y="603879"/>
                    </a:cubicBezTo>
                    <a:cubicBezTo>
                      <a:pt x="4615497" y="582491"/>
                      <a:pt x="4604067" y="139689"/>
                      <a:pt x="4604067" y="118301"/>
                    </a:cubicBezTo>
                    <a:cubicBezTo>
                      <a:pt x="4601527" y="100380"/>
                      <a:pt x="4598987" y="81882"/>
                      <a:pt x="4596447" y="63500"/>
                    </a:cubicBezTo>
                    <a:cubicBezTo>
                      <a:pt x="4595177" y="44450"/>
                      <a:pt x="4593907" y="43180"/>
                      <a:pt x="4560914" y="41910"/>
                    </a:cubicBezTo>
                    <a:cubicBezTo>
                      <a:pt x="4550130" y="41910"/>
                      <a:pt x="4542940" y="41910"/>
                      <a:pt x="4532155" y="40640"/>
                    </a:cubicBezTo>
                    <a:cubicBezTo>
                      <a:pt x="4442285" y="36830"/>
                      <a:pt x="4348819" y="31750"/>
                      <a:pt x="4258948" y="30480"/>
                    </a:cubicBezTo>
                    <a:cubicBezTo>
                      <a:pt x="4039662" y="26670"/>
                      <a:pt x="3816783" y="25400"/>
                      <a:pt x="3597498" y="22860"/>
                    </a:cubicBezTo>
                    <a:cubicBezTo>
                      <a:pt x="3565144" y="22860"/>
                      <a:pt x="3529196" y="22860"/>
                      <a:pt x="3496842" y="22860"/>
                    </a:cubicBezTo>
                    <a:cubicBezTo>
                      <a:pt x="3442919" y="22860"/>
                      <a:pt x="3388997" y="22860"/>
                      <a:pt x="3338669" y="22860"/>
                    </a:cubicBezTo>
                    <a:cubicBezTo>
                      <a:pt x="3223634" y="22860"/>
                      <a:pt x="3108599" y="22860"/>
                      <a:pt x="2997159" y="24130"/>
                    </a:cubicBezTo>
                    <a:cubicBezTo>
                      <a:pt x="2900098" y="25400"/>
                      <a:pt x="1264447" y="29210"/>
                      <a:pt x="1167386" y="29210"/>
                    </a:cubicBezTo>
                    <a:cubicBezTo>
                      <a:pt x="1009213" y="29210"/>
                      <a:pt x="851040" y="26670"/>
                      <a:pt x="692867" y="33020"/>
                    </a:cubicBezTo>
                    <a:cubicBezTo>
                      <a:pt x="610186" y="36830"/>
                      <a:pt x="531099" y="36830"/>
                      <a:pt x="452013" y="38100"/>
                    </a:cubicBezTo>
                    <a:cubicBezTo>
                      <a:pt x="315409" y="41910"/>
                      <a:pt x="178805" y="45720"/>
                      <a:pt x="49530" y="50800"/>
                    </a:cubicBezTo>
                    <a:cubicBezTo>
                      <a:pt x="36830" y="50800"/>
                      <a:pt x="34290" y="53340"/>
                      <a:pt x="33020" y="66274"/>
                    </a:cubicBezTo>
                    <a:cubicBezTo>
                      <a:pt x="31750" y="76680"/>
                      <a:pt x="31750" y="87085"/>
                      <a:pt x="30480" y="97490"/>
                    </a:cubicBezTo>
                    <a:cubicBezTo>
                      <a:pt x="29210" y="114832"/>
                      <a:pt x="26670" y="131596"/>
                      <a:pt x="25400" y="148938"/>
                    </a:cubicBezTo>
                    <a:cubicBezTo>
                      <a:pt x="20320" y="167437"/>
                      <a:pt x="26670" y="619487"/>
                      <a:pt x="29210" y="637985"/>
                    </a:cubicBezTo>
                    <a:cubicBezTo>
                      <a:pt x="29210" y="657640"/>
                      <a:pt x="29210" y="677872"/>
                      <a:pt x="30480" y="697527"/>
                    </a:cubicBezTo>
                    <a:cubicBezTo>
                      <a:pt x="30480" y="711978"/>
                      <a:pt x="33020" y="726430"/>
                      <a:pt x="33020" y="740882"/>
                    </a:cubicBezTo>
                    <a:cubicBezTo>
                      <a:pt x="33020" y="756490"/>
                      <a:pt x="33020" y="772098"/>
                      <a:pt x="31750" y="789027"/>
                    </a:cubicBezTo>
                    <a:cubicBezTo>
                      <a:pt x="31750" y="792837"/>
                      <a:pt x="31750" y="795377"/>
                      <a:pt x="31750" y="799187"/>
                    </a:cubicBezTo>
                    <a:cubicBezTo>
                      <a:pt x="31750" y="809347"/>
                      <a:pt x="35560" y="813157"/>
                      <a:pt x="44450" y="813157"/>
                    </a:cubicBezTo>
                    <a:cubicBezTo>
                      <a:pt x="74555" y="813157"/>
                      <a:pt x="124882" y="814427"/>
                      <a:pt x="171615" y="814427"/>
                    </a:cubicBezTo>
                    <a:cubicBezTo>
                      <a:pt x="239917" y="814427"/>
                      <a:pt x="311814" y="811887"/>
                      <a:pt x="380116" y="814427"/>
                    </a:cubicBezTo>
                    <a:cubicBezTo>
                      <a:pt x="491556" y="818237"/>
                      <a:pt x="602996" y="820777"/>
                      <a:pt x="714436" y="819507"/>
                    </a:cubicBezTo>
                    <a:cubicBezTo>
                      <a:pt x="786333" y="818237"/>
                      <a:pt x="854635" y="820777"/>
                      <a:pt x="926532" y="820777"/>
                    </a:cubicBezTo>
                    <a:cubicBezTo>
                      <a:pt x="1030782" y="820777"/>
                      <a:pt x="1135032" y="819507"/>
                      <a:pt x="1239283" y="820777"/>
                    </a:cubicBezTo>
                    <a:cubicBezTo>
                      <a:pt x="1393861" y="822047"/>
                      <a:pt x="3090625" y="811887"/>
                      <a:pt x="3248798" y="814427"/>
                    </a:cubicBezTo>
                    <a:cubicBezTo>
                      <a:pt x="3317100" y="815697"/>
                      <a:pt x="3385402" y="816967"/>
                      <a:pt x="3450109" y="816967"/>
                    </a:cubicBezTo>
                    <a:cubicBezTo>
                      <a:pt x="3568739" y="819507"/>
                      <a:pt x="3683773" y="815697"/>
                      <a:pt x="3802403" y="819507"/>
                    </a:cubicBezTo>
                    <a:cubicBezTo>
                      <a:pt x="3899464" y="822047"/>
                      <a:pt x="3996524" y="822047"/>
                      <a:pt x="4093585" y="824587"/>
                    </a:cubicBezTo>
                    <a:cubicBezTo>
                      <a:pt x="4237379" y="828397"/>
                      <a:pt x="4381172" y="830937"/>
                      <a:pt x="4524966" y="832207"/>
                    </a:cubicBezTo>
                    <a:cubicBezTo>
                      <a:pt x="4578888" y="832207"/>
                      <a:pt x="4601527" y="830937"/>
                      <a:pt x="4621847" y="83093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-11283">
              <a:off x="1702" y="2341"/>
              <a:ext cx="1427871" cy="1039577"/>
              <a:chOff x="0" y="0"/>
              <a:chExt cx="1183869" cy="861929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10160" y="16510"/>
                <a:ext cx="1161009" cy="833989"/>
              </a:xfrm>
              <a:custGeom>
                <a:avLst/>
                <a:gdLst/>
                <a:ahLst/>
                <a:cxnLst/>
                <a:rect r="r" b="b" t="t" l="l"/>
                <a:pathLst>
                  <a:path h="833989" w="1161009">
                    <a:moveTo>
                      <a:pt x="1161009" y="833989"/>
                    </a:moveTo>
                    <a:lnTo>
                      <a:pt x="0" y="826369"/>
                    </a:lnTo>
                    <a:lnTo>
                      <a:pt x="0" y="302476"/>
                    </a:lnTo>
                    <a:lnTo>
                      <a:pt x="17780" y="19050"/>
                    </a:lnTo>
                    <a:lnTo>
                      <a:pt x="576734" y="0"/>
                    </a:lnTo>
                    <a:lnTo>
                      <a:pt x="1141959" y="5080"/>
                    </a:lnTo>
                    <a:close/>
                  </a:path>
                </a:pathLst>
              </a:custGeom>
              <a:solidFill>
                <a:srgbClr val="2F8585"/>
              </a:solid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-3810" y="0"/>
                <a:ext cx="1190219" cy="860659"/>
              </a:xfrm>
              <a:custGeom>
                <a:avLst/>
                <a:gdLst/>
                <a:ahLst/>
                <a:cxnLst/>
                <a:rect r="r" b="b" t="t" l="l"/>
                <a:pathLst>
                  <a:path h="860659" w="1190219">
                    <a:moveTo>
                      <a:pt x="1155929" y="21590"/>
                    </a:moveTo>
                    <a:cubicBezTo>
                      <a:pt x="1157199" y="34290"/>
                      <a:pt x="1157199" y="44450"/>
                      <a:pt x="1158469" y="54610"/>
                    </a:cubicBezTo>
                    <a:cubicBezTo>
                      <a:pt x="1161009" y="75708"/>
                      <a:pt x="1162279" y="92162"/>
                      <a:pt x="1164819" y="108028"/>
                    </a:cubicBezTo>
                    <a:cubicBezTo>
                      <a:pt x="1164819" y="130945"/>
                      <a:pt x="1177519" y="582831"/>
                      <a:pt x="1183869" y="605749"/>
                    </a:cubicBezTo>
                    <a:cubicBezTo>
                      <a:pt x="1190219" y="640419"/>
                      <a:pt x="1186409" y="675676"/>
                      <a:pt x="1186409" y="710346"/>
                    </a:cubicBezTo>
                    <a:cubicBezTo>
                      <a:pt x="1186409" y="740903"/>
                      <a:pt x="1187679" y="769109"/>
                      <a:pt x="1188949" y="799699"/>
                    </a:cubicBezTo>
                    <a:cubicBezTo>
                      <a:pt x="1188949" y="821289"/>
                      <a:pt x="1188949" y="835259"/>
                      <a:pt x="1188949" y="859389"/>
                    </a:cubicBezTo>
                    <a:cubicBezTo>
                      <a:pt x="1166089" y="859389"/>
                      <a:pt x="1145769" y="860659"/>
                      <a:pt x="1127150" y="859389"/>
                    </a:cubicBezTo>
                    <a:cubicBezTo>
                      <a:pt x="1071626" y="854309"/>
                      <a:pt x="1015248" y="860659"/>
                      <a:pt x="959724" y="855579"/>
                    </a:cubicBezTo>
                    <a:cubicBezTo>
                      <a:pt x="926409" y="851769"/>
                      <a:pt x="893949" y="854309"/>
                      <a:pt x="860635" y="851769"/>
                    </a:cubicBezTo>
                    <a:cubicBezTo>
                      <a:pt x="845259" y="850499"/>
                      <a:pt x="829883" y="849229"/>
                      <a:pt x="814507" y="847959"/>
                    </a:cubicBezTo>
                    <a:cubicBezTo>
                      <a:pt x="805111" y="847959"/>
                      <a:pt x="796569" y="849229"/>
                      <a:pt x="787173" y="849229"/>
                    </a:cubicBezTo>
                    <a:cubicBezTo>
                      <a:pt x="763255" y="847959"/>
                      <a:pt x="697480" y="849229"/>
                      <a:pt x="673562" y="847959"/>
                    </a:cubicBezTo>
                    <a:cubicBezTo>
                      <a:pt x="656478" y="846689"/>
                      <a:pt x="314793" y="855579"/>
                      <a:pt x="297708" y="854309"/>
                    </a:cubicBezTo>
                    <a:cubicBezTo>
                      <a:pt x="293437" y="854309"/>
                      <a:pt x="288312" y="855579"/>
                      <a:pt x="284041" y="855579"/>
                    </a:cubicBezTo>
                    <a:cubicBezTo>
                      <a:pt x="273790" y="855579"/>
                      <a:pt x="264394" y="856849"/>
                      <a:pt x="254144" y="856849"/>
                    </a:cubicBezTo>
                    <a:cubicBezTo>
                      <a:pt x="228517" y="856849"/>
                      <a:pt x="203745" y="855579"/>
                      <a:pt x="178119" y="854309"/>
                    </a:cubicBezTo>
                    <a:cubicBezTo>
                      <a:pt x="162743" y="853039"/>
                      <a:pt x="147367" y="851769"/>
                      <a:pt x="132845" y="850499"/>
                    </a:cubicBezTo>
                    <a:cubicBezTo>
                      <a:pt x="105510" y="849229"/>
                      <a:pt x="78176" y="847959"/>
                      <a:pt x="48260" y="847959"/>
                    </a:cubicBezTo>
                    <a:cubicBezTo>
                      <a:pt x="38100" y="847959"/>
                      <a:pt x="29210" y="847959"/>
                      <a:pt x="19050" y="846689"/>
                    </a:cubicBezTo>
                    <a:cubicBezTo>
                      <a:pt x="10160" y="845419"/>
                      <a:pt x="5080" y="839069"/>
                      <a:pt x="7620" y="830179"/>
                    </a:cubicBezTo>
                    <a:cubicBezTo>
                      <a:pt x="16510" y="798491"/>
                      <a:pt x="12700" y="783800"/>
                      <a:pt x="11430" y="768522"/>
                    </a:cubicBezTo>
                    <a:cubicBezTo>
                      <a:pt x="10160" y="737377"/>
                      <a:pt x="6350" y="706821"/>
                      <a:pt x="7620" y="675676"/>
                    </a:cubicBezTo>
                    <a:cubicBezTo>
                      <a:pt x="5080" y="636893"/>
                      <a:pt x="0" y="156801"/>
                      <a:pt x="7620" y="117430"/>
                    </a:cubicBezTo>
                    <a:cubicBezTo>
                      <a:pt x="8890" y="109791"/>
                      <a:pt x="7620" y="101564"/>
                      <a:pt x="8890" y="93925"/>
                    </a:cubicBezTo>
                    <a:cubicBezTo>
                      <a:pt x="10160" y="81585"/>
                      <a:pt x="12700" y="6806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56820" y="30480"/>
                      <a:pt x="70488" y="29210"/>
                    </a:cubicBezTo>
                    <a:cubicBezTo>
                      <a:pt x="93551" y="25400"/>
                      <a:pt x="116615" y="22860"/>
                      <a:pt x="140533" y="20320"/>
                    </a:cubicBezTo>
                    <a:cubicBezTo>
                      <a:pt x="156763" y="17780"/>
                      <a:pt x="172993" y="16510"/>
                      <a:pt x="188369" y="13970"/>
                    </a:cubicBezTo>
                    <a:cubicBezTo>
                      <a:pt x="203745" y="11430"/>
                      <a:pt x="219975" y="8890"/>
                      <a:pt x="235351" y="8890"/>
                    </a:cubicBezTo>
                    <a:cubicBezTo>
                      <a:pt x="252435" y="7620"/>
                      <a:pt x="269519" y="10160"/>
                      <a:pt x="286604" y="8890"/>
                    </a:cubicBezTo>
                    <a:cubicBezTo>
                      <a:pt x="307959" y="8890"/>
                      <a:pt x="694918" y="6350"/>
                      <a:pt x="716273" y="5080"/>
                    </a:cubicBezTo>
                    <a:cubicBezTo>
                      <a:pt x="736774" y="3810"/>
                      <a:pt x="757275" y="2540"/>
                      <a:pt x="778631" y="2540"/>
                    </a:cubicBezTo>
                    <a:cubicBezTo>
                      <a:pt x="813653" y="1270"/>
                      <a:pt x="847822" y="0"/>
                      <a:pt x="882845" y="0"/>
                    </a:cubicBezTo>
                    <a:cubicBezTo>
                      <a:pt x="897366" y="0"/>
                      <a:pt x="912742" y="2540"/>
                      <a:pt x="927264" y="2540"/>
                    </a:cubicBezTo>
                    <a:cubicBezTo>
                      <a:pt x="967412" y="3810"/>
                      <a:pt x="1008414" y="5080"/>
                      <a:pt x="1048562" y="7620"/>
                    </a:cubicBezTo>
                    <a:cubicBezTo>
                      <a:pt x="1069917" y="8890"/>
                      <a:pt x="1091273" y="12700"/>
                      <a:pt x="1112628" y="16510"/>
                    </a:cubicBezTo>
                    <a:cubicBezTo>
                      <a:pt x="1117753" y="16510"/>
                      <a:pt x="1122879" y="16510"/>
                      <a:pt x="1127150" y="16510"/>
                    </a:cubicBezTo>
                    <a:cubicBezTo>
                      <a:pt x="1136879" y="17780"/>
                      <a:pt x="1145769" y="20320"/>
                      <a:pt x="1155929" y="21590"/>
                    </a:cubicBezTo>
                    <a:close/>
                    <a:moveTo>
                      <a:pt x="1166089" y="842879"/>
                    </a:moveTo>
                    <a:cubicBezTo>
                      <a:pt x="1167359" y="826369"/>
                      <a:pt x="1168629" y="813669"/>
                      <a:pt x="1168629" y="800969"/>
                    </a:cubicBezTo>
                    <a:cubicBezTo>
                      <a:pt x="1167359" y="766171"/>
                      <a:pt x="1166089" y="735027"/>
                      <a:pt x="1166089" y="701532"/>
                    </a:cubicBezTo>
                    <a:cubicBezTo>
                      <a:pt x="1166089" y="686254"/>
                      <a:pt x="1168629" y="670975"/>
                      <a:pt x="1167359" y="655697"/>
                    </a:cubicBezTo>
                    <a:cubicBezTo>
                      <a:pt x="1167359" y="641594"/>
                      <a:pt x="1166089" y="626903"/>
                      <a:pt x="1164819" y="612800"/>
                    </a:cubicBezTo>
                    <a:cubicBezTo>
                      <a:pt x="1159739" y="591058"/>
                      <a:pt x="1148309" y="140935"/>
                      <a:pt x="1148309" y="119193"/>
                    </a:cubicBezTo>
                    <a:cubicBezTo>
                      <a:pt x="1145769" y="100976"/>
                      <a:pt x="1143229" y="82172"/>
                      <a:pt x="1140689" y="63500"/>
                    </a:cubicBezTo>
                    <a:cubicBezTo>
                      <a:pt x="1139419" y="44450"/>
                      <a:pt x="1138149" y="43180"/>
                      <a:pt x="1124587" y="41910"/>
                    </a:cubicBezTo>
                    <a:cubicBezTo>
                      <a:pt x="1122024" y="41910"/>
                      <a:pt x="1120316" y="41910"/>
                      <a:pt x="1117753" y="40640"/>
                    </a:cubicBezTo>
                    <a:cubicBezTo>
                      <a:pt x="1096398" y="36830"/>
                      <a:pt x="1074188" y="31750"/>
                      <a:pt x="1052833" y="30480"/>
                    </a:cubicBezTo>
                    <a:cubicBezTo>
                      <a:pt x="1000726" y="26670"/>
                      <a:pt x="947765" y="25400"/>
                      <a:pt x="895658" y="22860"/>
                    </a:cubicBezTo>
                    <a:cubicBezTo>
                      <a:pt x="887970" y="22860"/>
                      <a:pt x="879428" y="22860"/>
                      <a:pt x="871740" y="22860"/>
                    </a:cubicBezTo>
                    <a:cubicBezTo>
                      <a:pt x="858927" y="22860"/>
                      <a:pt x="846113" y="22860"/>
                      <a:pt x="834154" y="22860"/>
                    </a:cubicBezTo>
                    <a:cubicBezTo>
                      <a:pt x="806820" y="22860"/>
                      <a:pt x="779485" y="22860"/>
                      <a:pt x="753004" y="24130"/>
                    </a:cubicBezTo>
                    <a:cubicBezTo>
                      <a:pt x="729940" y="25400"/>
                      <a:pt x="341273" y="29210"/>
                      <a:pt x="318210" y="29210"/>
                    </a:cubicBezTo>
                    <a:cubicBezTo>
                      <a:pt x="280624" y="29210"/>
                      <a:pt x="243039" y="26670"/>
                      <a:pt x="205453" y="33020"/>
                    </a:cubicBezTo>
                    <a:cubicBezTo>
                      <a:pt x="185806" y="36830"/>
                      <a:pt x="167014" y="36830"/>
                      <a:pt x="148221" y="38100"/>
                    </a:cubicBezTo>
                    <a:cubicBezTo>
                      <a:pt x="115761" y="41910"/>
                      <a:pt x="83301" y="45720"/>
                      <a:pt x="49530" y="50800"/>
                    </a:cubicBezTo>
                    <a:cubicBezTo>
                      <a:pt x="36830" y="50800"/>
                      <a:pt x="34290" y="53340"/>
                      <a:pt x="33020" y="66306"/>
                    </a:cubicBezTo>
                    <a:cubicBezTo>
                      <a:pt x="31750" y="76884"/>
                      <a:pt x="31750" y="87461"/>
                      <a:pt x="30480" y="98038"/>
                    </a:cubicBezTo>
                    <a:cubicBezTo>
                      <a:pt x="29210" y="115667"/>
                      <a:pt x="26670" y="132708"/>
                      <a:pt x="25400" y="150337"/>
                    </a:cubicBezTo>
                    <a:cubicBezTo>
                      <a:pt x="20320" y="169141"/>
                      <a:pt x="26670" y="628666"/>
                      <a:pt x="29210" y="647470"/>
                    </a:cubicBezTo>
                    <a:cubicBezTo>
                      <a:pt x="29210" y="667450"/>
                      <a:pt x="29210" y="688016"/>
                      <a:pt x="30480" y="707996"/>
                    </a:cubicBezTo>
                    <a:cubicBezTo>
                      <a:pt x="30480" y="722687"/>
                      <a:pt x="33020" y="737377"/>
                      <a:pt x="33020" y="752068"/>
                    </a:cubicBezTo>
                    <a:cubicBezTo>
                      <a:pt x="33020" y="767934"/>
                      <a:pt x="33020" y="783800"/>
                      <a:pt x="31750" y="800969"/>
                    </a:cubicBezTo>
                    <a:cubicBezTo>
                      <a:pt x="31750" y="804779"/>
                      <a:pt x="31750" y="807319"/>
                      <a:pt x="31750" y="811129"/>
                    </a:cubicBezTo>
                    <a:cubicBezTo>
                      <a:pt x="31750" y="821289"/>
                      <a:pt x="35560" y="825099"/>
                      <a:pt x="44450" y="825099"/>
                    </a:cubicBezTo>
                    <a:cubicBezTo>
                      <a:pt x="58529" y="825099"/>
                      <a:pt x="70488" y="826369"/>
                      <a:pt x="81592" y="826369"/>
                    </a:cubicBezTo>
                    <a:cubicBezTo>
                      <a:pt x="97822" y="826369"/>
                      <a:pt x="114907" y="823829"/>
                      <a:pt x="131137" y="826369"/>
                    </a:cubicBezTo>
                    <a:cubicBezTo>
                      <a:pt x="157617" y="830179"/>
                      <a:pt x="184098" y="832719"/>
                      <a:pt x="210579" y="831449"/>
                    </a:cubicBezTo>
                    <a:cubicBezTo>
                      <a:pt x="227663" y="830179"/>
                      <a:pt x="243893" y="832719"/>
                      <a:pt x="260977" y="832719"/>
                    </a:cubicBezTo>
                    <a:cubicBezTo>
                      <a:pt x="285749" y="832719"/>
                      <a:pt x="310522" y="831449"/>
                      <a:pt x="335294" y="832719"/>
                    </a:cubicBezTo>
                    <a:cubicBezTo>
                      <a:pt x="372025" y="833989"/>
                      <a:pt x="775214" y="823829"/>
                      <a:pt x="812799" y="826369"/>
                    </a:cubicBezTo>
                    <a:cubicBezTo>
                      <a:pt x="829029" y="827639"/>
                      <a:pt x="845259" y="828909"/>
                      <a:pt x="860635" y="828909"/>
                    </a:cubicBezTo>
                    <a:cubicBezTo>
                      <a:pt x="888824" y="831449"/>
                      <a:pt x="916159" y="827639"/>
                      <a:pt x="944348" y="831449"/>
                    </a:cubicBezTo>
                    <a:cubicBezTo>
                      <a:pt x="967412" y="833989"/>
                      <a:pt x="990475" y="833989"/>
                      <a:pt x="1013539" y="836529"/>
                    </a:cubicBezTo>
                    <a:cubicBezTo>
                      <a:pt x="1047708" y="840339"/>
                      <a:pt x="1081876" y="842879"/>
                      <a:pt x="1116045" y="844149"/>
                    </a:cubicBezTo>
                    <a:cubicBezTo>
                      <a:pt x="1128858" y="844149"/>
                      <a:pt x="1145769" y="842879"/>
                      <a:pt x="1166089" y="842879"/>
                    </a:cubicBezTo>
                    <a:close/>
                  </a:path>
                </a:pathLst>
              </a:custGeom>
              <a:solidFill>
                <a:srgbClr val="2F8585"/>
              </a:solidFill>
            </p:spPr>
          </p:sp>
        </p:grpSp>
        <p:sp>
          <p:nvSpPr>
            <p:cNvPr name="TextBox 55" id="55"/>
            <p:cNvSpPr txBox="true"/>
            <p:nvPr/>
          </p:nvSpPr>
          <p:spPr>
            <a:xfrm rot="0">
              <a:off x="1855039" y="317494"/>
              <a:ext cx="3456244" cy="46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4"/>
                </a:lnSpc>
              </a:pPr>
              <a:r>
                <a:rPr lang="en-US" sz="2129">
                  <a:solidFill>
                    <a:srgbClr val="443030"/>
                  </a:solidFill>
                  <a:latin typeface="Asap"/>
                  <a:ea typeface="Asap"/>
                  <a:cs typeface="Asap"/>
                  <a:sym typeface="Asap"/>
                </a:rPr>
                <a:t>để tạo bong bóng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508373" y="224136"/>
              <a:ext cx="414530" cy="676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63"/>
                </a:lnSpc>
              </a:pPr>
              <a:r>
                <a:rPr lang="en-US" sz="3199">
                  <a:solidFill>
                    <a:srgbClr val="FFE7F8"/>
                  </a:solidFill>
                  <a:latin typeface="Cabin"/>
                  <a:ea typeface="Cabin"/>
                  <a:cs typeface="Cabin"/>
                  <a:sym typeface="Cabin"/>
                </a:rPr>
                <a:t>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409949" y="5312854"/>
            <a:ext cx="4265128" cy="783194"/>
            <a:chOff x="0" y="0"/>
            <a:chExt cx="5686837" cy="1044258"/>
          </a:xfrm>
        </p:grpSpPr>
        <p:grpSp>
          <p:nvGrpSpPr>
            <p:cNvPr name="Group 58" id="58"/>
            <p:cNvGrpSpPr/>
            <p:nvPr/>
          </p:nvGrpSpPr>
          <p:grpSpPr>
            <a:xfrm rot="-11283">
              <a:off x="89291" y="9903"/>
              <a:ext cx="5595878" cy="1025174"/>
              <a:chOff x="0" y="0"/>
              <a:chExt cx="4639627" cy="849987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10160" y="16510"/>
                <a:ext cx="4616767" cy="822047"/>
              </a:xfrm>
              <a:custGeom>
                <a:avLst/>
                <a:gdLst/>
                <a:ahLst/>
                <a:cxnLst/>
                <a:rect r="r" b="b" t="t" l="l"/>
                <a:pathLst>
                  <a:path h="822047" w="4616767">
                    <a:moveTo>
                      <a:pt x="4616767" y="822047"/>
                    </a:moveTo>
                    <a:lnTo>
                      <a:pt x="0" y="814427"/>
                    </a:lnTo>
                    <a:lnTo>
                      <a:pt x="0" y="298334"/>
                    </a:lnTo>
                    <a:lnTo>
                      <a:pt x="17780" y="19050"/>
                    </a:lnTo>
                    <a:lnTo>
                      <a:pt x="2300170" y="0"/>
                    </a:lnTo>
                    <a:lnTo>
                      <a:pt x="4597717" y="5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0" id="60"/>
              <p:cNvSpPr/>
              <p:nvPr/>
            </p:nvSpPr>
            <p:spPr>
              <a:xfrm flipH="false" flipV="false" rot="0">
                <a:off x="-3810" y="0"/>
                <a:ext cx="4645977" cy="848717"/>
              </a:xfrm>
              <a:custGeom>
                <a:avLst/>
                <a:gdLst/>
                <a:ahLst/>
                <a:cxnLst/>
                <a:rect r="r" b="b" t="t" l="l"/>
                <a:pathLst>
                  <a:path h="848717" w="4645977">
                    <a:moveTo>
                      <a:pt x="4611687" y="21590"/>
                    </a:moveTo>
                    <a:cubicBezTo>
                      <a:pt x="4612957" y="34290"/>
                      <a:pt x="4612957" y="44450"/>
                      <a:pt x="4614227" y="54610"/>
                    </a:cubicBezTo>
                    <a:cubicBezTo>
                      <a:pt x="4616767" y="75523"/>
                      <a:pt x="4618037" y="91709"/>
                      <a:pt x="4620577" y="107317"/>
                    </a:cubicBezTo>
                    <a:cubicBezTo>
                      <a:pt x="4620577" y="129862"/>
                      <a:pt x="4633277" y="574398"/>
                      <a:pt x="4639627" y="596942"/>
                    </a:cubicBezTo>
                    <a:cubicBezTo>
                      <a:pt x="4645977" y="631049"/>
                      <a:pt x="4642167" y="665733"/>
                      <a:pt x="4642167" y="699839"/>
                    </a:cubicBezTo>
                    <a:cubicBezTo>
                      <a:pt x="4642167" y="729898"/>
                      <a:pt x="4643437" y="757646"/>
                      <a:pt x="4644707" y="787757"/>
                    </a:cubicBezTo>
                    <a:cubicBezTo>
                      <a:pt x="4644707" y="809347"/>
                      <a:pt x="4644707" y="823317"/>
                      <a:pt x="4644707" y="847447"/>
                    </a:cubicBezTo>
                    <a:cubicBezTo>
                      <a:pt x="4621847" y="847447"/>
                      <a:pt x="4601527" y="848717"/>
                      <a:pt x="4571699" y="847447"/>
                    </a:cubicBezTo>
                    <a:cubicBezTo>
                      <a:pt x="4338034" y="842367"/>
                      <a:pt x="4100775" y="848717"/>
                      <a:pt x="3867110" y="843637"/>
                    </a:cubicBezTo>
                    <a:cubicBezTo>
                      <a:pt x="3726911" y="839827"/>
                      <a:pt x="3590308" y="842367"/>
                      <a:pt x="3450109" y="839827"/>
                    </a:cubicBezTo>
                    <a:cubicBezTo>
                      <a:pt x="3385402" y="838557"/>
                      <a:pt x="3320695" y="837287"/>
                      <a:pt x="3255987" y="836017"/>
                    </a:cubicBezTo>
                    <a:cubicBezTo>
                      <a:pt x="3216444" y="836017"/>
                      <a:pt x="3180496" y="837287"/>
                      <a:pt x="3140952" y="837287"/>
                    </a:cubicBezTo>
                    <a:cubicBezTo>
                      <a:pt x="3040297" y="836017"/>
                      <a:pt x="2763494" y="837287"/>
                      <a:pt x="2662839" y="836017"/>
                    </a:cubicBezTo>
                    <a:cubicBezTo>
                      <a:pt x="2590942" y="834747"/>
                      <a:pt x="1153007" y="843637"/>
                      <a:pt x="1081110" y="842367"/>
                    </a:cubicBezTo>
                    <a:cubicBezTo>
                      <a:pt x="1063135" y="842367"/>
                      <a:pt x="1041567" y="843637"/>
                      <a:pt x="1023592" y="843637"/>
                    </a:cubicBezTo>
                    <a:cubicBezTo>
                      <a:pt x="980454" y="843637"/>
                      <a:pt x="940911" y="844907"/>
                      <a:pt x="897773" y="844907"/>
                    </a:cubicBezTo>
                    <a:cubicBezTo>
                      <a:pt x="789928" y="844907"/>
                      <a:pt x="685677" y="843637"/>
                      <a:pt x="577832" y="842367"/>
                    </a:cubicBezTo>
                    <a:cubicBezTo>
                      <a:pt x="513125" y="841097"/>
                      <a:pt x="448418" y="839827"/>
                      <a:pt x="387306" y="838557"/>
                    </a:cubicBezTo>
                    <a:cubicBezTo>
                      <a:pt x="272271" y="837287"/>
                      <a:pt x="157236" y="836017"/>
                      <a:pt x="48260" y="836017"/>
                    </a:cubicBezTo>
                    <a:cubicBezTo>
                      <a:pt x="38100" y="836017"/>
                      <a:pt x="29210" y="836017"/>
                      <a:pt x="19050" y="834747"/>
                    </a:cubicBezTo>
                    <a:cubicBezTo>
                      <a:pt x="10160" y="833477"/>
                      <a:pt x="5080" y="827127"/>
                      <a:pt x="7620" y="818237"/>
                    </a:cubicBezTo>
                    <a:cubicBezTo>
                      <a:pt x="16510" y="786549"/>
                      <a:pt x="12700" y="772098"/>
                      <a:pt x="11430" y="757068"/>
                    </a:cubicBezTo>
                    <a:cubicBezTo>
                      <a:pt x="10160" y="726430"/>
                      <a:pt x="6350" y="696370"/>
                      <a:pt x="7620" y="665733"/>
                    </a:cubicBezTo>
                    <a:cubicBezTo>
                      <a:pt x="5080" y="627580"/>
                      <a:pt x="0" y="155297"/>
                      <a:pt x="7620" y="116566"/>
                    </a:cubicBezTo>
                    <a:cubicBezTo>
                      <a:pt x="8890" y="109052"/>
                      <a:pt x="7620" y="100959"/>
                      <a:pt x="8890" y="93444"/>
                    </a:cubicBezTo>
                    <a:cubicBezTo>
                      <a:pt x="10160" y="81304"/>
                      <a:pt x="12700" y="6800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67365" y="30480"/>
                      <a:pt x="124882" y="29210"/>
                    </a:cubicBezTo>
                    <a:cubicBezTo>
                      <a:pt x="221943" y="25400"/>
                      <a:pt x="319004" y="22860"/>
                      <a:pt x="419659" y="20320"/>
                    </a:cubicBezTo>
                    <a:cubicBezTo>
                      <a:pt x="487961" y="17780"/>
                      <a:pt x="556263" y="16510"/>
                      <a:pt x="620970" y="13970"/>
                    </a:cubicBezTo>
                    <a:cubicBezTo>
                      <a:pt x="685677" y="11430"/>
                      <a:pt x="753979" y="8890"/>
                      <a:pt x="818687" y="8890"/>
                    </a:cubicBezTo>
                    <a:cubicBezTo>
                      <a:pt x="890583" y="7620"/>
                      <a:pt x="962480" y="10160"/>
                      <a:pt x="1034377" y="8890"/>
                    </a:cubicBezTo>
                    <a:cubicBezTo>
                      <a:pt x="1124248" y="8890"/>
                      <a:pt x="2752710" y="6350"/>
                      <a:pt x="2842581" y="5080"/>
                    </a:cubicBezTo>
                    <a:cubicBezTo>
                      <a:pt x="2928857" y="3810"/>
                      <a:pt x="3015133" y="2540"/>
                      <a:pt x="3105004" y="2540"/>
                    </a:cubicBezTo>
                    <a:cubicBezTo>
                      <a:pt x="3252393" y="1270"/>
                      <a:pt x="3396186" y="0"/>
                      <a:pt x="3543575" y="0"/>
                    </a:cubicBezTo>
                    <a:cubicBezTo>
                      <a:pt x="3604687" y="0"/>
                      <a:pt x="3669394" y="2540"/>
                      <a:pt x="3730506" y="2540"/>
                    </a:cubicBezTo>
                    <a:cubicBezTo>
                      <a:pt x="3899464" y="3810"/>
                      <a:pt x="4072016" y="5080"/>
                      <a:pt x="4240973" y="7620"/>
                    </a:cubicBezTo>
                    <a:cubicBezTo>
                      <a:pt x="4330844" y="8890"/>
                      <a:pt x="4420716" y="12700"/>
                      <a:pt x="4510586" y="16510"/>
                    </a:cubicBezTo>
                    <a:cubicBezTo>
                      <a:pt x="4532155" y="16510"/>
                      <a:pt x="4553725" y="16510"/>
                      <a:pt x="4571699" y="16510"/>
                    </a:cubicBezTo>
                    <a:cubicBezTo>
                      <a:pt x="4592637" y="17780"/>
                      <a:pt x="4601527" y="20320"/>
                      <a:pt x="4611687" y="21590"/>
                    </a:cubicBezTo>
                    <a:close/>
                    <a:moveTo>
                      <a:pt x="4621847" y="830937"/>
                    </a:moveTo>
                    <a:cubicBezTo>
                      <a:pt x="4623117" y="814427"/>
                      <a:pt x="4624387" y="801727"/>
                      <a:pt x="4624387" y="789027"/>
                    </a:cubicBezTo>
                    <a:cubicBezTo>
                      <a:pt x="4623117" y="754756"/>
                      <a:pt x="4621847" y="724118"/>
                      <a:pt x="4621847" y="691168"/>
                    </a:cubicBezTo>
                    <a:cubicBezTo>
                      <a:pt x="4621847" y="676138"/>
                      <a:pt x="4624387" y="661108"/>
                      <a:pt x="4623117" y="646078"/>
                    </a:cubicBezTo>
                    <a:cubicBezTo>
                      <a:pt x="4623117" y="632205"/>
                      <a:pt x="4621847" y="617753"/>
                      <a:pt x="4620577" y="603879"/>
                    </a:cubicBezTo>
                    <a:cubicBezTo>
                      <a:pt x="4615497" y="582491"/>
                      <a:pt x="4604067" y="139689"/>
                      <a:pt x="4604067" y="118301"/>
                    </a:cubicBezTo>
                    <a:cubicBezTo>
                      <a:pt x="4601527" y="100380"/>
                      <a:pt x="4598987" y="81882"/>
                      <a:pt x="4596447" y="63500"/>
                    </a:cubicBezTo>
                    <a:cubicBezTo>
                      <a:pt x="4595177" y="44450"/>
                      <a:pt x="4593907" y="43180"/>
                      <a:pt x="4560914" y="41910"/>
                    </a:cubicBezTo>
                    <a:cubicBezTo>
                      <a:pt x="4550130" y="41910"/>
                      <a:pt x="4542940" y="41910"/>
                      <a:pt x="4532155" y="40640"/>
                    </a:cubicBezTo>
                    <a:cubicBezTo>
                      <a:pt x="4442285" y="36830"/>
                      <a:pt x="4348819" y="31750"/>
                      <a:pt x="4258948" y="30480"/>
                    </a:cubicBezTo>
                    <a:cubicBezTo>
                      <a:pt x="4039662" y="26670"/>
                      <a:pt x="3816783" y="25400"/>
                      <a:pt x="3597498" y="22860"/>
                    </a:cubicBezTo>
                    <a:cubicBezTo>
                      <a:pt x="3565144" y="22860"/>
                      <a:pt x="3529196" y="22860"/>
                      <a:pt x="3496842" y="22860"/>
                    </a:cubicBezTo>
                    <a:cubicBezTo>
                      <a:pt x="3442919" y="22860"/>
                      <a:pt x="3388997" y="22860"/>
                      <a:pt x="3338669" y="22860"/>
                    </a:cubicBezTo>
                    <a:cubicBezTo>
                      <a:pt x="3223634" y="22860"/>
                      <a:pt x="3108599" y="22860"/>
                      <a:pt x="2997159" y="24130"/>
                    </a:cubicBezTo>
                    <a:cubicBezTo>
                      <a:pt x="2900098" y="25400"/>
                      <a:pt x="1264447" y="29210"/>
                      <a:pt x="1167386" y="29210"/>
                    </a:cubicBezTo>
                    <a:cubicBezTo>
                      <a:pt x="1009213" y="29210"/>
                      <a:pt x="851040" y="26670"/>
                      <a:pt x="692867" y="33020"/>
                    </a:cubicBezTo>
                    <a:cubicBezTo>
                      <a:pt x="610186" y="36830"/>
                      <a:pt x="531099" y="36830"/>
                      <a:pt x="452013" y="38100"/>
                    </a:cubicBezTo>
                    <a:cubicBezTo>
                      <a:pt x="315409" y="41910"/>
                      <a:pt x="178805" y="45720"/>
                      <a:pt x="49530" y="50800"/>
                    </a:cubicBezTo>
                    <a:cubicBezTo>
                      <a:pt x="36830" y="50800"/>
                      <a:pt x="34290" y="53340"/>
                      <a:pt x="33020" y="66274"/>
                    </a:cubicBezTo>
                    <a:cubicBezTo>
                      <a:pt x="31750" y="76680"/>
                      <a:pt x="31750" y="87085"/>
                      <a:pt x="30480" y="97490"/>
                    </a:cubicBezTo>
                    <a:cubicBezTo>
                      <a:pt x="29210" y="114832"/>
                      <a:pt x="26670" y="131596"/>
                      <a:pt x="25400" y="148938"/>
                    </a:cubicBezTo>
                    <a:cubicBezTo>
                      <a:pt x="20320" y="167437"/>
                      <a:pt x="26670" y="619487"/>
                      <a:pt x="29210" y="637985"/>
                    </a:cubicBezTo>
                    <a:cubicBezTo>
                      <a:pt x="29210" y="657640"/>
                      <a:pt x="29210" y="677872"/>
                      <a:pt x="30480" y="697527"/>
                    </a:cubicBezTo>
                    <a:cubicBezTo>
                      <a:pt x="30480" y="711978"/>
                      <a:pt x="33020" y="726430"/>
                      <a:pt x="33020" y="740882"/>
                    </a:cubicBezTo>
                    <a:cubicBezTo>
                      <a:pt x="33020" y="756490"/>
                      <a:pt x="33020" y="772098"/>
                      <a:pt x="31750" y="789027"/>
                    </a:cubicBezTo>
                    <a:cubicBezTo>
                      <a:pt x="31750" y="792837"/>
                      <a:pt x="31750" y="795377"/>
                      <a:pt x="31750" y="799187"/>
                    </a:cubicBezTo>
                    <a:cubicBezTo>
                      <a:pt x="31750" y="809347"/>
                      <a:pt x="35560" y="813157"/>
                      <a:pt x="44450" y="813157"/>
                    </a:cubicBezTo>
                    <a:cubicBezTo>
                      <a:pt x="74555" y="813157"/>
                      <a:pt x="124882" y="814427"/>
                      <a:pt x="171615" y="814427"/>
                    </a:cubicBezTo>
                    <a:cubicBezTo>
                      <a:pt x="239917" y="814427"/>
                      <a:pt x="311814" y="811887"/>
                      <a:pt x="380116" y="814427"/>
                    </a:cubicBezTo>
                    <a:cubicBezTo>
                      <a:pt x="491556" y="818237"/>
                      <a:pt x="602996" y="820777"/>
                      <a:pt x="714436" y="819507"/>
                    </a:cubicBezTo>
                    <a:cubicBezTo>
                      <a:pt x="786333" y="818237"/>
                      <a:pt x="854635" y="820777"/>
                      <a:pt x="926532" y="820777"/>
                    </a:cubicBezTo>
                    <a:cubicBezTo>
                      <a:pt x="1030782" y="820777"/>
                      <a:pt x="1135032" y="819507"/>
                      <a:pt x="1239283" y="820777"/>
                    </a:cubicBezTo>
                    <a:cubicBezTo>
                      <a:pt x="1393861" y="822047"/>
                      <a:pt x="3090625" y="811887"/>
                      <a:pt x="3248798" y="814427"/>
                    </a:cubicBezTo>
                    <a:cubicBezTo>
                      <a:pt x="3317100" y="815697"/>
                      <a:pt x="3385402" y="816967"/>
                      <a:pt x="3450109" y="816967"/>
                    </a:cubicBezTo>
                    <a:cubicBezTo>
                      <a:pt x="3568739" y="819507"/>
                      <a:pt x="3683773" y="815697"/>
                      <a:pt x="3802403" y="819507"/>
                    </a:cubicBezTo>
                    <a:cubicBezTo>
                      <a:pt x="3899464" y="822047"/>
                      <a:pt x="3996524" y="822047"/>
                      <a:pt x="4093585" y="824587"/>
                    </a:cubicBezTo>
                    <a:cubicBezTo>
                      <a:pt x="4237379" y="828397"/>
                      <a:pt x="4381172" y="830937"/>
                      <a:pt x="4524966" y="832207"/>
                    </a:cubicBezTo>
                    <a:cubicBezTo>
                      <a:pt x="4578888" y="832207"/>
                      <a:pt x="4601527" y="830937"/>
                      <a:pt x="4621847" y="83093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-11283">
              <a:off x="1702" y="2341"/>
              <a:ext cx="1427871" cy="1039577"/>
              <a:chOff x="0" y="0"/>
              <a:chExt cx="1183869" cy="86192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10160" y="16510"/>
                <a:ext cx="1161009" cy="833989"/>
              </a:xfrm>
              <a:custGeom>
                <a:avLst/>
                <a:gdLst/>
                <a:ahLst/>
                <a:cxnLst/>
                <a:rect r="r" b="b" t="t" l="l"/>
                <a:pathLst>
                  <a:path h="833989" w="1161009">
                    <a:moveTo>
                      <a:pt x="1161009" y="833989"/>
                    </a:moveTo>
                    <a:lnTo>
                      <a:pt x="0" y="826369"/>
                    </a:lnTo>
                    <a:lnTo>
                      <a:pt x="0" y="302476"/>
                    </a:lnTo>
                    <a:lnTo>
                      <a:pt x="17780" y="19050"/>
                    </a:lnTo>
                    <a:lnTo>
                      <a:pt x="576734" y="0"/>
                    </a:lnTo>
                    <a:lnTo>
                      <a:pt x="1141959" y="5080"/>
                    </a:lnTo>
                    <a:close/>
                  </a:path>
                </a:pathLst>
              </a:custGeom>
              <a:solidFill>
                <a:srgbClr val="2F8585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-3810" y="0"/>
                <a:ext cx="1190219" cy="860659"/>
              </a:xfrm>
              <a:custGeom>
                <a:avLst/>
                <a:gdLst/>
                <a:ahLst/>
                <a:cxnLst/>
                <a:rect r="r" b="b" t="t" l="l"/>
                <a:pathLst>
                  <a:path h="860659" w="1190219">
                    <a:moveTo>
                      <a:pt x="1155929" y="21590"/>
                    </a:moveTo>
                    <a:cubicBezTo>
                      <a:pt x="1157199" y="34290"/>
                      <a:pt x="1157199" y="44450"/>
                      <a:pt x="1158469" y="54610"/>
                    </a:cubicBezTo>
                    <a:cubicBezTo>
                      <a:pt x="1161009" y="75708"/>
                      <a:pt x="1162279" y="92162"/>
                      <a:pt x="1164819" y="108028"/>
                    </a:cubicBezTo>
                    <a:cubicBezTo>
                      <a:pt x="1164819" y="130945"/>
                      <a:pt x="1177519" y="582831"/>
                      <a:pt x="1183869" y="605749"/>
                    </a:cubicBezTo>
                    <a:cubicBezTo>
                      <a:pt x="1190219" y="640419"/>
                      <a:pt x="1186409" y="675676"/>
                      <a:pt x="1186409" y="710346"/>
                    </a:cubicBezTo>
                    <a:cubicBezTo>
                      <a:pt x="1186409" y="740903"/>
                      <a:pt x="1187679" y="769109"/>
                      <a:pt x="1188949" y="799699"/>
                    </a:cubicBezTo>
                    <a:cubicBezTo>
                      <a:pt x="1188949" y="821289"/>
                      <a:pt x="1188949" y="835259"/>
                      <a:pt x="1188949" y="859389"/>
                    </a:cubicBezTo>
                    <a:cubicBezTo>
                      <a:pt x="1166089" y="859389"/>
                      <a:pt x="1145769" y="860659"/>
                      <a:pt x="1127150" y="859389"/>
                    </a:cubicBezTo>
                    <a:cubicBezTo>
                      <a:pt x="1071626" y="854309"/>
                      <a:pt x="1015248" y="860659"/>
                      <a:pt x="959724" y="855579"/>
                    </a:cubicBezTo>
                    <a:cubicBezTo>
                      <a:pt x="926409" y="851769"/>
                      <a:pt x="893949" y="854309"/>
                      <a:pt x="860635" y="851769"/>
                    </a:cubicBezTo>
                    <a:cubicBezTo>
                      <a:pt x="845259" y="850499"/>
                      <a:pt x="829883" y="849229"/>
                      <a:pt x="814507" y="847959"/>
                    </a:cubicBezTo>
                    <a:cubicBezTo>
                      <a:pt x="805111" y="847959"/>
                      <a:pt x="796569" y="849229"/>
                      <a:pt x="787173" y="849229"/>
                    </a:cubicBezTo>
                    <a:cubicBezTo>
                      <a:pt x="763255" y="847959"/>
                      <a:pt x="697480" y="849229"/>
                      <a:pt x="673562" y="847959"/>
                    </a:cubicBezTo>
                    <a:cubicBezTo>
                      <a:pt x="656478" y="846689"/>
                      <a:pt x="314793" y="855579"/>
                      <a:pt x="297708" y="854309"/>
                    </a:cubicBezTo>
                    <a:cubicBezTo>
                      <a:pt x="293437" y="854309"/>
                      <a:pt x="288312" y="855579"/>
                      <a:pt x="284041" y="855579"/>
                    </a:cubicBezTo>
                    <a:cubicBezTo>
                      <a:pt x="273790" y="855579"/>
                      <a:pt x="264394" y="856849"/>
                      <a:pt x="254144" y="856849"/>
                    </a:cubicBezTo>
                    <a:cubicBezTo>
                      <a:pt x="228517" y="856849"/>
                      <a:pt x="203745" y="855579"/>
                      <a:pt x="178119" y="854309"/>
                    </a:cubicBezTo>
                    <a:cubicBezTo>
                      <a:pt x="162743" y="853039"/>
                      <a:pt x="147367" y="851769"/>
                      <a:pt x="132845" y="850499"/>
                    </a:cubicBezTo>
                    <a:cubicBezTo>
                      <a:pt x="105510" y="849229"/>
                      <a:pt x="78176" y="847959"/>
                      <a:pt x="48260" y="847959"/>
                    </a:cubicBezTo>
                    <a:cubicBezTo>
                      <a:pt x="38100" y="847959"/>
                      <a:pt x="29210" y="847959"/>
                      <a:pt x="19050" y="846689"/>
                    </a:cubicBezTo>
                    <a:cubicBezTo>
                      <a:pt x="10160" y="845419"/>
                      <a:pt x="5080" y="839069"/>
                      <a:pt x="7620" y="830179"/>
                    </a:cubicBezTo>
                    <a:cubicBezTo>
                      <a:pt x="16510" y="798491"/>
                      <a:pt x="12700" y="783800"/>
                      <a:pt x="11430" y="768522"/>
                    </a:cubicBezTo>
                    <a:cubicBezTo>
                      <a:pt x="10160" y="737377"/>
                      <a:pt x="6350" y="706821"/>
                      <a:pt x="7620" y="675676"/>
                    </a:cubicBezTo>
                    <a:cubicBezTo>
                      <a:pt x="5080" y="636893"/>
                      <a:pt x="0" y="156801"/>
                      <a:pt x="7620" y="117430"/>
                    </a:cubicBezTo>
                    <a:cubicBezTo>
                      <a:pt x="8890" y="109791"/>
                      <a:pt x="7620" y="101564"/>
                      <a:pt x="8890" y="93925"/>
                    </a:cubicBezTo>
                    <a:cubicBezTo>
                      <a:pt x="10160" y="81585"/>
                      <a:pt x="12700" y="68069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56820" y="30480"/>
                      <a:pt x="70488" y="29210"/>
                    </a:cubicBezTo>
                    <a:cubicBezTo>
                      <a:pt x="93551" y="25400"/>
                      <a:pt x="116615" y="22860"/>
                      <a:pt x="140533" y="20320"/>
                    </a:cubicBezTo>
                    <a:cubicBezTo>
                      <a:pt x="156763" y="17780"/>
                      <a:pt x="172993" y="16510"/>
                      <a:pt x="188369" y="13970"/>
                    </a:cubicBezTo>
                    <a:cubicBezTo>
                      <a:pt x="203745" y="11430"/>
                      <a:pt x="219975" y="8890"/>
                      <a:pt x="235351" y="8890"/>
                    </a:cubicBezTo>
                    <a:cubicBezTo>
                      <a:pt x="252435" y="7620"/>
                      <a:pt x="269519" y="10160"/>
                      <a:pt x="286604" y="8890"/>
                    </a:cubicBezTo>
                    <a:cubicBezTo>
                      <a:pt x="307959" y="8890"/>
                      <a:pt x="694918" y="6350"/>
                      <a:pt x="716273" y="5080"/>
                    </a:cubicBezTo>
                    <a:cubicBezTo>
                      <a:pt x="736774" y="3810"/>
                      <a:pt x="757275" y="2540"/>
                      <a:pt x="778631" y="2540"/>
                    </a:cubicBezTo>
                    <a:cubicBezTo>
                      <a:pt x="813653" y="1270"/>
                      <a:pt x="847822" y="0"/>
                      <a:pt x="882845" y="0"/>
                    </a:cubicBezTo>
                    <a:cubicBezTo>
                      <a:pt x="897366" y="0"/>
                      <a:pt x="912742" y="2540"/>
                      <a:pt x="927264" y="2540"/>
                    </a:cubicBezTo>
                    <a:cubicBezTo>
                      <a:pt x="967412" y="3810"/>
                      <a:pt x="1008414" y="5080"/>
                      <a:pt x="1048562" y="7620"/>
                    </a:cubicBezTo>
                    <a:cubicBezTo>
                      <a:pt x="1069917" y="8890"/>
                      <a:pt x="1091273" y="12700"/>
                      <a:pt x="1112628" y="16510"/>
                    </a:cubicBezTo>
                    <a:cubicBezTo>
                      <a:pt x="1117753" y="16510"/>
                      <a:pt x="1122879" y="16510"/>
                      <a:pt x="1127150" y="16510"/>
                    </a:cubicBezTo>
                    <a:cubicBezTo>
                      <a:pt x="1136879" y="17780"/>
                      <a:pt x="1145769" y="20320"/>
                      <a:pt x="1155929" y="21590"/>
                    </a:cubicBezTo>
                    <a:close/>
                    <a:moveTo>
                      <a:pt x="1166089" y="842879"/>
                    </a:moveTo>
                    <a:cubicBezTo>
                      <a:pt x="1167359" y="826369"/>
                      <a:pt x="1168629" y="813669"/>
                      <a:pt x="1168629" y="800969"/>
                    </a:cubicBezTo>
                    <a:cubicBezTo>
                      <a:pt x="1167359" y="766171"/>
                      <a:pt x="1166089" y="735027"/>
                      <a:pt x="1166089" y="701532"/>
                    </a:cubicBezTo>
                    <a:cubicBezTo>
                      <a:pt x="1166089" y="686254"/>
                      <a:pt x="1168629" y="670975"/>
                      <a:pt x="1167359" y="655697"/>
                    </a:cubicBezTo>
                    <a:cubicBezTo>
                      <a:pt x="1167359" y="641594"/>
                      <a:pt x="1166089" y="626903"/>
                      <a:pt x="1164819" y="612800"/>
                    </a:cubicBezTo>
                    <a:cubicBezTo>
                      <a:pt x="1159739" y="591058"/>
                      <a:pt x="1148309" y="140935"/>
                      <a:pt x="1148309" y="119193"/>
                    </a:cubicBezTo>
                    <a:cubicBezTo>
                      <a:pt x="1145769" y="100976"/>
                      <a:pt x="1143229" y="82172"/>
                      <a:pt x="1140689" y="63500"/>
                    </a:cubicBezTo>
                    <a:cubicBezTo>
                      <a:pt x="1139419" y="44450"/>
                      <a:pt x="1138149" y="43180"/>
                      <a:pt x="1124587" y="41910"/>
                    </a:cubicBezTo>
                    <a:cubicBezTo>
                      <a:pt x="1122024" y="41910"/>
                      <a:pt x="1120316" y="41910"/>
                      <a:pt x="1117753" y="40640"/>
                    </a:cubicBezTo>
                    <a:cubicBezTo>
                      <a:pt x="1096398" y="36830"/>
                      <a:pt x="1074188" y="31750"/>
                      <a:pt x="1052833" y="30480"/>
                    </a:cubicBezTo>
                    <a:cubicBezTo>
                      <a:pt x="1000726" y="26670"/>
                      <a:pt x="947765" y="25400"/>
                      <a:pt x="895658" y="22860"/>
                    </a:cubicBezTo>
                    <a:cubicBezTo>
                      <a:pt x="887970" y="22860"/>
                      <a:pt x="879428" y="22860"/>
                      <a:pt x="871740" y="22860"/>
                    </a:cubicBezTo>
                    <a:cubicBezTo>
                      <a:pt x="858927" y="22860"/>
                      <a:pt x="846113" y="22860"/>
                      <a:pt x="834154" y="22860"/>
                    </a:cubicBezTo>
                    <a:cubicBezTo>
                      <a:pt x="806820" y="22860"/>
                      <a:pt x="779485" y="22860"/>
                      <a:pt x="753004" y="24130"/>
                    </a:cubicBezTo>
                    <a:cubicBezTo>
                      <a:pt x="729940" y="25400"/>
                      <a:pt x="341273" y="29210"/>
                      <a:pt x="318210" y="29210"/>
                    </a:cubicBezTo>
                    <a:cubicBezTo>
                      <a:pt x="280624" y="29210"/>
                      <a:pt x="243039" y="26670"/>
                      <a:pt x="205453" y="33020"/>
                    </a:cubicBezTo>
                    <a:cubicBezTo>
                      <a:pt x="185806" y="36830"/>
                      <a:pt x="167014" y="36830"/>
                      <a:pt x="148221" y="38100"/>
                    </a:cubicBezTo>
                    <a:cubicBezTo>
                      <a:pt x="115761" y="41910"/>
                      <a:pt x="83301" y="45720"/>
                      <a:pt x="49530" y="50800"/>
                    </a:cubicBezTo>
                    <a:cubicBezTo>
                      <a:pt x="36830" y="50800"/>
                      <a:pt x="34290" y="53340"/>
                      <a:pt x="33020" y="66306"/>
                    </a:cubicBezTo>
                    <a:cubicBezTo>
                      <a:pt x="31750" y="76884"/>
                      <a:pt x="31750" y="87461"/>
                      <a:pt x="30480" y="98038"/>
                    </a:cubicBezTo>
                    <a:cubicBezTo>
                      <a:pt x="29210" y="115667"/>
                      <a:pt x="26670" y="132708"/>
                      <a:pt x="25400" y="150337"/>
                    </a:cubicBezTo>
                    <a:cubicBezTo>
                      <a:pt x="20320" y="169141"/>
                      <a:pt x="26670" y="628666"/>
                      <a:pt x="29210" y="647470"/>
                    </a:cubicBezTo>
                    <a:cubicBezTo>
                      <a:pt x="29210" y="667450"/>
                      <a:pt x="29210" y="688016"/>
                      <a:pt x="30480" y="707996"/>
                    </a:cubicBezTo>
                    <a:cubicBezTo>
                      <a:pt x="30480" y="722687"/>
                      <a:pt x="33020" y="737377"/>
                      <a:pt x="33020" y="752068"/>
                    </a:cubicBezTo>
                    <a:cubicBezTo>
                      <a:pt x="33020" y="767934"/>
                      <a:pt x="33020" y="783800"/>
                      <a:pt x="31750" y="800969"/>
                    </a:cubicBezTo>
                    <a:cubicBezTo>
                      <a:pt x="31750" y="804779"/>
                      <a:pt x="31750" y="807319"/>
                      <a:pt x="31750" y="811129"/>
                    </a:cubicBezTo>
                    <a:cubicBezTo>
                      <a:pt x="31750" y="821289"/>
                      <a:pt x="35560" y="825099"/>
                      <a:pt x="44450" y="825099"/>
                    </a:cubicBezTo>
                    <a:cubicBezTo>
                      <a:pt x="58529" y="825099"/>
                      <a:pt x="70488" y="826369"/>
                      <a:pt x="81592" y="826369"/>
                    </a:cubicBezTo>
                    <a:cubicBezTo>
                      <a:pt x="97822" y="826369"/>
                      <a:pt x="114907" y="823829"/>
                      <a:pt x="131137" y="826369"/>
                    </a:cubicBezTo>
                    <a:cubicBezTo>
                      <a:pt x="157617" y="830179"/>
                      <a:pt x="184098" y="832719"/>
                      <a:pt x="210579" y="831449"/>
                    </a:cubicBezTo>
                    <a:cubicBezTo>
                      <a:pt x="227663" y="830179"/>
                      <a:pt x="243893" y="832719"/>
                      <a:pt x="260977" y="832719"/>
                    </a:cubicBezTo>
                    <a:cubicBezTo>
                      <a:pt x="285749" y="832719"/>
                      <a:pt x="310522" y="831449"/>
                      <a:pt x="335294" y="832719"/>
                    </a:cubicBezTo>
                    <a:cubicBezTo>
                      <a:pt x="372025" y="833989"/>
                      <a:pt x="775214" y="823829"/>
                      <a:pt x="812799" y="826369"/>
                    </a:cubicBezTo>
                    <a:cubicBezTo>
                      <a:pt x="829029" y="827639"/>
                      <a:pt x="845259" y="828909"/>
                      <a:pt x="860635" y="828909"/>
                    </a:cubicBezTo>
                    <a:cubicBezTo>
                      <a:pt x="888824" y="831449"/>
                      <a:pt x="916159" y="827639"/>
                      <a:pt x="944348" y="831449"/>
                    </a:cubicBezTo>
                    <a:cubicBezTo>
                      <a:pt x="967412" y="833989"/>
                      <a:pt x="990475" y="833989"/>
                      <a:pt x="1013539" y="836529"/>
                    </a:cubicBezTo>
                    <a:cubicBezTo>
                      <a:pt x="1047708" y="840339"/>
                      <a:pt x="1081876" y="842879"/>
                      <a:pt x="1116045" y="844149"/>
                    </a:cubicBezTo>
                    <a:cubicBezTo>
                      <a:pt x="1128858" y="844149"/>
                      <a:pt x="1145769" y="842879"/>
                      <a:pt x="1166089" y="842879"/>
                    </a:cubicBezTo>
                    <a:close/>
                  </a:path>
                </a:pathLst>
              </a:custGeom>
              <a:solidFill>
                <a:srgbClr val="2F8585"/>
              </a:solidFill>
            </p:spPr>
          </p:sp>
        </p:grpSp>
        <p:sp>
          <p:nvSpPr>
            <p:cNvPr name="TextBox 64" id="64"/>
            <p:cNvSpPr txBox="true"/>
            <p:nvPr/>
          </p:nvSpPr>
          <p:spPr>
            <a:xfrm rot="0">
              <a:off x="1855039" y="317494"/>
              <a:ext cx="3456244" cy="46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4"/>
                </a:lnSpc>
              </a:pPr>
              <a:r>
                <a:rPr lang="en-US" sz="2129">
                  <a:solidFill>
                    <a:srgbClr val="443030"/>
                  </a:solidFill>
                  <a:latin typeface="Asap"/>
                  <a:ea typeface="Asap"/>
                  <a:cs typeface="Asap"/>
                  <a:sym typeface="Asap"/>
                </a:rPr>
                <a:t>để kéo màn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508373" y="233661"/>
              <a:ext cx="414530" cy="666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64"/>
                </a:lnSpc>
              </a:pPr>
              <a:r>
                <a:rPr lang="en-US" sz="320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U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409495" y="6502817"/>
            <a:ext cx="4265582" cy="923261"/>
            <a:chOff x="0" y="0"/>
            <a:chExt cx="5687442" cy="1231014"/>
          </a:xfrm>
        </p:grpSpPr>
        <p:grpSp>
          <p:nvGrpSpPr>
            <p:cNvPr name="Group 67" id="67"/>
            <p:cNvGrpSpPr/>
            <p:nvPr/>
          </p:nvGrpSpPr>
          <p:grpSpPr>
            <a:xfrm rot="-11283">
              <a:off x="89594" y="12253"/>
              <a:ext cx="5595878" cy="1209581"/>
              <a:chOff x="0" y="0"/>
              <a:chExt cx="4639627" cy="1002882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10160" y="16510"/>
                <a:ext cx="4616767" cy="974942"/>
              </a:xfrm>
              <a:custGeom>
                <a:avLst/>
                <a:gdLst/>
                <a:ahLst/>
                <a:cxnLst/>
                <a:rect r="r" b="b" t="t" l="l"/>
                <a:pathLst>
                  <a:path h="974942" w="4616767">
                    <a:moveTo>
                      <a:pt x="4616767" y="974942"/>
                    </a:moveTo>
                    <a:lnTo>
                      <a:pt x="0" y="967322"/>
                    </a:lnTo>
                    <a:lnTo>
                      <a:pt x="0" y="351362"/>
                    </a:lnTo>
                    <a:lnTo>
                      <a:pt x="17780" y="19050"/>
                    </a:lnTo>
                    <a:lnTo>
                      <a:pt x="2300170" y="0"/>
                    </a:lnTo>
                    <a:lnTo>
                      <a:pt x="4597717" y="5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9" id="69"/>
              <p:cNvSpPr/>
              <p:nvPr/>
            </p:nvSpPr>
            <p:spPr>
              <a:xfrm flipH="false" flipV="false" rot="0">
                <a:off x="-3810" y="0"/>
                <a:ext cx="4645977" cy="1001612"/>
              </a:xfrm>
              <a:custGeom>
                <a:avLst/>
                <a:gdLst/>
                <a:ahLst/>
                <a:cxnLst/>
                <a:rect r="r" b="b" t="t" l="l"/>
                <a:pathLst>
                  <a:path h="1001612" w="4645977">
                    <a:moveTo>
                      <a:pt x="4611687" y="21590"/>
                    </a:moveTo>
                    <a:cubicBezTo>
                      <a:pt x="4612957" y="34290"/>
                      <a:pt x="4612957" y="44450"/>
                      <a:pt x="4614227" y="54610"/>
                    </a:cubicBezTo>
                    <a:cubicBezTo>
                      <a:pt x="4616767" y="77889"/>
                      <a:pt x="4618037" y="97502"/>
                      <a:pt x="4620577" y="116413"/>
                    </a:cubicBezTo>
                    <a:cubicBezTo>
                      <a:pt x="4620577" y="143731"/>
                      <a:pt x="4633277" y="682371"/>
                      <a:pt x="4639627" y="709688"/>
                    </a:cubicBezTo>
                    <a:cubicBezTo>
                      <a:pt x="4645977" y="751014"/>
                      <a:pt x="4642167" y="793040"/>
                      <a:pt x="4642167" y="834367"/>
                    </a:cubicBezTo>
                    <a:cubicBezTo>
                      <a:pt x="4642167" y="870789"/>
                      <a:pt x="4643437" y="904411"/>
                      <a:pt x="4644707" y="940651"/>
                    </a:cubicBezTo>
                    <a:cubicBezTo>
                      <a:pt x="4644707" y="962242"/>
                      <a:pt x="4644707" y="976212"/>
                      <a:pt x="4644707" y="1000342"/>
                    </a:cubicBezTo>
                    <a:cubicBezTo>
                      <a:pt x="4621847" y="1000342"/>
                      <a:pt x="4601527" y="1001612"/>
                      <a:pt x="4571699" y="1000342"/>
                    </a:cubicBezTo>
                    <a:cubicBezTo>
                      <a:pt x="4338034" y="995262"/>
                      <a:pt x="4100775" y="1001612"/>
                      <a:pt x="3867110" y="996532"/>
                    </a:cubicBezTo>
                    <a:cubicBezTo>
                      <a:pt x="3726911" y="992722"/>
                      <a:pt x="3590308" y="995262"/>
                      <a:pt x="3450109" y="992722"/>
                    </a:cubicBezTo>
                    <a:cubicBezTo>
                      <a:pt x="3385402" y="991451"/>
                      <a:pt x="3320695" y="990182"/>
                      <a:pt x="3255987" y="988912"/>
                    </a:cubicBezTo>
                    <a:cubicBezTo>
                      <a:pt x="3216444" y="988912"/>
                      <a:pt x="3180496" y="990182"/>
                      <a:pt x="3140952" y="990182"/>
                    </a:cubicBezTo>
                    <a:cubicBezTo>
                      <a:pt x="3040297" y="988912"/>
                      <a:pt x="2763494" y="990182"/>
                      <a:pt x="2662839" y="988912"/>
                    </a:cubicBezTo>
                    <a:cubicBezTo>
                      <a:pt x="2590942" y="987642"/>
                      <a:pt x="1153007" y="996532"/>
                      <a:pt x="1081110" y="995262"/>
                    </a:cubicBezTo>
                    <a:cubicBezTo>
                      <a:pt x="1063135" y="995262"/>
                      <a:pt x="1041567" y="996532"/>
                      <a:pt x="1023592" y="996532"/>
                    </a:cubicBezTo>
                    <a:cubicBezTo>
                      <a:pt x="980454" y="996532"/>
                      <a:pt x="940911" y="997801"/>
                      <a:pt x="897773" y="997801"/>
                    </a:cubicBezTo>
                    <a:cubicBezTo>
                      <a:pt x="789928" y="997801"/>
                      <a:pt x="685677" y="996532"/>
                      <a:pt x="577832" y="995262"/>
                    </a:cubicBezTo>
                    <a:cubicBezTo>
                      <a:pt x="513125" y="993992"/>
                      <a:pt x="448418" y="992722"/>
                      <a:pt x="387306" y="991451"/>
                    </a:cubicBezTo>
                    <a:cubicBezTo>
                      <a:pt x="272271" y="990182"/>
                      <a:pt x="157236" y="988912"/>
                      <a:pt x="48260" y="988912"/>
                    </a:cubicBezTo>
                    <a:cubicBezTo>
                      <a:pt x="38100" y="988912"/>
                      <a:pt x="29210" y="988912"/>
                      <a:pt x="19050" y="987642"/>
                    </a:cubicBezTo>
                    <a:cubicBezTo>
                      <a:pt x="10160" y="986372"/>
                      <a:pt x="5080" y="980022"/>
                      <a:pt x="7620" y="971132"/>
                    </a:cubicBezTo>
                    <a:cubicBezTo>
                      <a:pt x="16510" y="939433"/>
                      <a:pt x="12700" y="921922"/>
                      <a:pt x="11430" y="903710"/>
                    </a:cubicBezTo>
                    <a:cubicBezTo>
                      <a:pt x="10160" y="866587"/>
                      <a:pt x="6350" y="830164"/>
                      <a:pt x="7620" y="793040"/>
                    </a:cubicBezTo>
                    <a:cubicBezTo>
                      <a:pt x="5080" y="746811"/>
                      <a:pt x="0" y="174550"/>
                      <a:pt x="7620" y="127621"/>
                    </a:cubicBezTo>
                    <a:cubicBezTo>
                      <a:pt x="8890" y="118515"/>
                      <a:pt x="7620" y="108709"/>
                      <a:pt x="8890" y="99603"/>
                    </a:cubicBezTo>
                    <a:cubicBezTo>
                      <a:pt x="10160" y="84894"/>
                      <a:pt x="12700" y="68783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67365" y="30480"/>
                      <a:pt x="124882" y="29210"/>
                    </a:cubicBezTo>
                    <a:cubicBezTo>
                      <a:pt x="221943" y="25400"/>
                      <a:pt x="319004" y="22860"/>
                      <a:pt x="419659" y="20320"/>
                    </a:cubicBezTo>
                    <a:cubicBezTo>
                      <a:pt x="487961" y="17780"/>
                      <a:pt x="556263" y="16510"/>
                      <a:pt x="620970" y="13970"/>
                    </a:cubicBezTo>
                    <a:cubicBezTo>
                      <a:pt x="685677" y="11430"/>
                      <a:pt x="753979" y="8890"/>
                      <a:pt x="818687" y="8890"/>
                    </a:cubicBezTo>
                    <a:cubicBezTo>
                      <a:pt x="890583" y="7620"/>
                      <a:pt x="962480" y="10160"/>
                      <a:pt x="1034377" y="8890"/>
                    </a:cubicBezTo>
                    <a:cubicBezTo>
                      <a:pt x="1124248" y="8890"/>
                      <a:pt x="2752710" y="6350"/>
                      <a:pt x="2842581" y="5080"/>
                    </a:cubicBezTo>
                    <a:cubicBezTo>
                      <a:pt x="2928857" y="3810"/>
                      <a:pt x="3015133" y="2540"/>
                      <a:pt x="3105004" y="2540"/>
                    </a:cubicBezTo>
                    <a:cubicBezTo>
                      <a:pt x="3252393" y="1270"/>
                      <a:pt x="3396186" y="0"/>
                      <a:pt x="3543575" y="0"/>
                    </a:cubicBezTo>
                    <a:cubicBezTo>
                      <a:pt x="3604687" y="0"/>
                      <a:pt x="3669394" y="2540"/>
                      <a:pt x="3730506" y="2540"/>
                    </a:cubicBezTo>
                    <a:cubicBezTo>
                      <a:pt x="3899464" y="3810"/>
                      <a:pt x="4072016" y="5080"/>
                      <a:pt x="4240973" y="7620"/>
                    </a:cubicBezTo>
                    <a:cubicBezTo>
                      <a:pt x="4330844" y="8890"/>
                      <a:pt x="4420716" y="12700"/>
                      <a:pt x="4510586" y="16510"/>
                    </a:cubicBezTo>
                    <a:cubicBezTo>
                      <a:pt x="4532155" y="16510"/>
                      <a:pt x="4553725" y="16510"/>
                      <a:pt x="4571699" y="16510"/>
                    </a:cubicBezTo>
                    <a:cubicBezTo>
                      <a:pt x="4592637" y="17780"/>
                      <a:pt x="4601527" y="20320"/>
                      <a:pt x="4611687" y="21590"/>
                    </a:cubicBezTo>
                    <a:close/>
                    <a:moveTo>
                      <a:pt x="4621847" y="983832"/>
                    </a:moveTo>
                    <a:cubicBezTo>
                      <a:pt x="4623117" y="967322"/>
                      <a:pt x="4624387" y="954622"/>
                      <a:pt x="4624387" y="941922"/>
                    </a:cubicBezTo>
                    <a:cubicBezTo>
                      <a:pt x="4623117" y="900908"/>
                      <a:pt x="4621847" y="863785"/>
                      <a:pt x="4621847" y="823860"/>
                    </a:cubicBezTo>
                    <a:cubicBezTo>
                      <a:pt x="4621847" y="805648"/>
                      <a:pt x="4624387" y="787437"/>
                      <a:pt x="4623117" y="769225"/>
                    </a:cubicBezTo>
                    <a:cubicBezTo>
                      <a:pt x="4623117" y="752415"/>
                      <a:pt x="4621847" y="734904"/>
                      <a:pt x="4620577" y="718093"/>
                    </a:cubicBezTo>
                    <a:cubicBezTo>
                      <a:pt x="4615497" y="692177"/>
                      <a:pt x="4604067" y="155638"/>
                      <a:pt x="4604067" y="129722"/>
                    </a:cubicBezTo>
                    <a:cubicBezTo>
                      <a:pt x="4601527" y="108008"/>
                      <a:pt x="4598987" y="85594"/>
                      <a:pt x="4596447" y="63500"/>
                    </a:cubicBezTo>
                    <a:cubicBezTo>
                      <a:pt x="4595177" y="44450"/>
                      <a:pt x="4593907" y="43180"/>
                      <a:pt x="4560914" y="41910"/>
                    </a:cubicBezTo>
                    <a:cubicBezTo>
                      <a:pt x="4550130" y="41910"/>
                      <a:pt x="4542940" y="41910"/>
                      <a:pt x="4532155" y="40640"/>
                    </a:cubicBezTo>
                    <a:cubicBezTo>
                      <a:pt x="4442285" y="36830"/>
                      <a:pt x="4348819" y="31750"/>
                      <a:pt x="4258948" y="30480"/>
                    </a:cubicBezTo>
                    <a:cubicBezTo>
                      <a:pt x="4039662" y="26670"/>
                      <a:pt x="3816783" y="25400"/>
                      <a:pt x="3597498" y="22860"/>
                    </a:cubicBezTo>
                    <a:cubicBezTo>
                      <a:pt x="3565144" y="22860"/>
                      <a:pt x="3529196" y="22860"/>
                      <a:pt x="3496842" y="22860"/>
                    </a:cubicBezTo>
                    <a:cubicBezTo>
                      <a:pt x="3442919" y="22860"/>
                      <a:pt x="3388997" y="22860"/>
                      <a:pt x="3338669" y="22860"/>
                    </a:cubicBezTo>
                    <a:cubicBezTo>
                      <a:pt x="3223634" y="22860"/>
                      <a:pt x="3108599" y="22860"/>
                      <a:pt x="2997159" y="24130"/>
                    </a:cubicBezTo>
                    <a:cubicBezTo>
                      <a:pt x="2900098" y="25400"/>
                      <a:pt x="1264447" y="29210"/>
                      <a:pt x="1167386" y="29210"/>
                    </a:cubicBezTo>
                    <a:cubicBezTo>
                      <a:pt x="1009213" y="29210"/>
                      <a:pt x="851040" y="26670"/>
                      <a:pt x="692867" y="33020"/>
                    </a:cubicBezTo>
                    <a:cubicBezTo>
                      <a:pt x="610186" y="36830"/>
                      <a:pt x="531099" y="36830"/>
                      <a:pt x="452013" y="38100"/>
                    </a:cubicBezTo>
                    <a:cubicBezTo>
                      <a:pt x="315409" y="41910"/>
                      <a:pt x="178805" y="45720"/>
                      <a:pt x="49530" y="50800"/>
                    </a:cubicBezTo>
                    <a:cubicBezTo>
                      <a:pt x="36830" y="50800"/>
                      <a:pt x="34290" y="53340"/>
                      <a:pt x="33020" y="66682"/>
                    </a:cubicBezTo>
                    <a:cubicBezTo>
                      <a:pt x="31750" y="79290"/>
                      <a:pt x="31750" y="91898"/>
                      <a:pt x="30480" y="104506"/>
                    </a:cubicBezTo>
                    <a:cubicBezTo>
                      <a:pt x="29210" y="125519"/>
                      <a:pt x="26670" y="145832"/>
                      <a:pt x="25400" y="166845"/>
                    </a:cubicBezTo>
                    <a:cubicBezTo>
                      <a:pt x="20320" y="189259"/>
                      <a:pt x="26670" y="737005"/>
                      <a:pt x="29210" y="759419"/>
                    </a:cubicBezTo>
                    <a:cubicBezTo>
                      <a:pt x="29210" y="783234"/>
                      <a:pt x="29210" y="807750"/>
                      <a:pt x="30480" y="831565"/>
                    </a:cubicBezTo>
                    <a:cubicBezTo>
                      <a:pt x="30480" y="849076"/>
                      <a:pt x="33020" y="866587"/>
                      <a:pt x="33020" y="884098"/>
                    </a:cubicBezTo>
                    <a:cubicBezTo>
                      <a:pt x="33020" y="903010"/>
                      <a:pt x="33020" y="921922"/>
                      <a:pt x="31750" y="941922"/>
                    </a:cubicBezTo>
                    <a:cubicBezTo>
                      <a:pt x="31750" y="945732"/>
                      <a:pt x="31750" y="948272"/>
                      <a:pt x="31750" y="952082"/>
                    </a:cubicBezTo>
                    <a:cubicBezTo>
                      <a:pt x="31750" y="962242"/>
                      <a:pt x="35560" y="966052"/>
                      <a:pt x="44450" y="966052"/>
                    </a:cubicBezTo>
                    <a:cubicBezTo>
                      <a:pt x="74555" y="966052"/>
                      <a:pt x="124882" y="967322"/>
                      <a:pt x="171615" y="967322"/>
                    </a:cubicBezTo>
                    <a:cubicBezTo>
                      <a:pt x="239917" y="967322"/>
                      <a:pt x="311814" y="964782"/>
                      <a:pt x="380116" y="967322"/>
                    </a:cubicBezTo>
                    <a:cubicBezTo>
                      <a:pt x="491556" y="971132"/>
                      <a:pt x="602996" y="973672"/>
                      <a:pt x="714436" y="972402"/>
                    </a:cubicBezTo>
                    <a:cubicBezTo>
                      <a:pt x="786333" y="971132"/>
                      <a:pt x="854635" y="973672"/>
                      <a:pt x="926532" y="973672"/>
                    </a:cubicBezTo>
                    <a:cubicBezTo>
                      <a:pt x="1030782" y="973672"/>
                      <a:pt x="1135032" y="972402"/>
                      <a:pt x="1239283" y="973672"/>
                    </a:cubicBezTo>
                    <a:cubicBezTo>
                      <a:pt x="1393861" y="974942"/>
                      <a:pt x="3090625" y="964782"/>
                      <a:pt x="3248798" y="967322"/>
                    </a:cubicBezTo>
                    <a:cubicBezTo>
                      <a:pt x="3317100" y="968592"/>
                      <a:pt x="3385402" y="969862"/>
                      <a:pt x="3450109" y="969862"/>
                    </a:cubicBezTo>
                    <a:cubicBezTo>
                      <a:pt x="3568739" y="972402"/>
                      <a:pt x="3683773" y="968592"/>
                      <a:pt x="3802403" y="972402"/>
                    </a:cubicBezTo>
                    <a:cubicBezTo>
                      <a:pt x="3899464" y="974942"/>
                      <a:pt x="3996524" y="974942"/>
                      <a:pt x="4093585" y="977482"/>
                    </a:cubicBezTo>
                    <a:cubicBezTo>
                      <a:pt x="4237379" y="981292"/>
                      <a:pt x="4381172" y="983832"/>
                      <a:pt x="4524966" y="985102"/>
                    </a:cubicBezTo>
                    <a:cubicBezTo>
                      <a:pt x="4578888" y="985102"/>
                      <a:pt x="4601527" y="983832"/>
                      <a:pt x="4621847" y="98383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0" id="70"/>
            <p:cNvGrpSpPr/>
            <p:nvPr/>
          </p:nvGrpSpPr>
          <p:grpSpPr>
            <a:xfrm rot="-11283">
              <a:off x="2003" y="3515"/>
              <a:ext cx="2143803" cy="1223984"/>
              <a:chOff x="0" y="0"/>
              <a:chExt cx="1777459" cy="1014824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10160" y="16510"/>
                <a:ext cx="1754599" cy="986884"/>
              </a:xfrm>
              <a:custGeom>
                <a:avLst/>
                <a:gdLst/>
                <a:ahLst/>
                <a:cxnLst/>
                <a:rect r="r" b="b" t="t" l="l"/>
                <a:pathLst>
                  <a:path h="986884" w="1754599">
                    <a:moveTo>
                      <a:pt x="1754599" y="986884"/>
                    </a:moveTo>
                    <a:lnTo>
                      <a:pt x="0" y="979264"/>
                    </a:lnTo>
                    <a:lnTo>
                      <a:pt x="0" y="355504"/>
                    </a:lnTo>
                    <a:lnTo>
                      <a:pt x="17780" y="19050"/>
                    </a:lnTo>
                    <a:lnTo>
                      <a:pt x="872766" y="0"/>
                    </a:lnTo>
                    <a:lnTo>
                      <a:pt x="1735549" y="5080"/>
                    </a:lnTo>
                    <a:close/>
                  </a:path>
                </a:pathLst>
              </a:custGeom>
              <a:solidFill>
                <a:srgbClr val="2F8585"/>
              </a:solidFill>
            </p:spPr>
          </p:sp>
          <p:sp>
            <p:nvSpPr>
              <p:cNvPr name="Freeform 72" id="72"/>
              <p:cNvSpPr/>
              <p:nvPr/>
            </p:nvSpPr>
            <p:spPr>
              <a:xfrm flipH="false" flipV="false" rot="0">
                <a:off x="-3810" y="0"/>
                <a:ext cx="1783809" cy="1013554"/>
              </a:xfrm>
              <a:custGeom>
                <a:avLst/>
                <a:gdLst/>
                <a:ahLst/>
                <a:cxnLst/>
                <a:rect r="r" b="b" t="t" l="l"/>
                <a:pathLst>
                  <a:path h="1013554" w="1783809">
                    <a:moveTo>
                      <a:pt x="1749519" y="21590"/>
                    </a:moveTo>
                    <a:cubicBezTo>
                      <a:pt x="1750789" y="34290"/>
                      <a:pt x="1750789" y="44450"/>
                      <a:pt x="1752059" y="54610"/>
                    </a:cubicBezTo>
                    <a:cubicBezTo>
                      <a:pt x="1754599" y="78074"/>
                      <a:pt x="1755869" y="97954"/>
                      <a:pt x="1758409" y="117124"/>
                    </a:cubicBezTo>
                    <a:cubicBezTo>
                      <a:pt x="1758409" y="144814"/>
                      <a:pt x="1771109" y="690804"/>
                      <a:pt x="1777459" y="718494"/>
                    </a:cubicBezTo>
                    <a:cubicBezTo>
                      <a:pt x="1783809" y="760384"/>
                      <a:pt x="1779999" y="802984"/>
                      <a:pt x="1779999" y="844874"/>
                    </a:cubicBezTo>
                    <a:cubicBezTo>
                      <a:pt x="1779999" y="881794"/>
                      <a:pt x="1781269" y="915874"/>
                      <a:pt x="1782539" y="952594"/>
                    </a:cubicBezTo>
                    <a:cubicBezTo>
                      <a:pt x="1782539" y="974184"/>
                      <a:pt x="1782539" y="988154"/>
                      <a:pt x="1782539" y="1012284"/>
                    </a:cubicBezTo>
                    <a:cubicBezTo>
                      <a:pt x="1759679" y="1012284"/>
                      <a:pt x="1739359" y="1013554"/>
                      <a:pt x="1718815" y="1012284"/>
                    </a:cubicBezTo>
                    <a:cubicBezTo>
                      <a:pt x="1632692" y="1007204"/>
                      <a:pt x="1545244" y="1013554"/>
                      <a:pt x="1459121" y="1008474"/>
                    </a:cubicBezTo>
                    <a:cubicBezTo>
                      <a:pt x="1407447" y="1004664"/>
                      <a:pt x="1357099" y="1007204"/>
                      <a:pt x="1305425" y="1004664"/>
                    </a:cubicBezTo>
                    <a:cubicBezTo>
                      <a:pt x="1281576" y="1003394"/>
                      <a:pt x="1257726" y="1002124"/>
                      <a:pt x="1233877" y="1000854"/>
                    </a:cubicBezTo>
                    <a:cubicBezTo>
                      <a:pt x="1219302" y="1000854"/>
                      <a:pt x="1206053" y="1002124"/>
                      <a:pt x="1191478" y="1002124"/>
                    </a:cubicBezTo>
                    <a:cubicBezTo>
                      <a:pt x="1154379" y="1000854"/>
                      <a:pt x="1052356" y="1002124"/>
                      <a:pt x="1015257" y="1000854"/>
                    </a:cubicBezTo>
                    <a:cubicBezTo>
                      <a:pt x="988758" y="999584"/>
                      <a:pt x="458771" y="1008474"/>
                      <a:pt x="432272" y="1007204"/>
                    </a:cubicBezTo>
                    <a:cubicBezTo>
                      <a:pt x="425647" y="1007204"/>
                      <a:pt x="417697" y="1008474"/>
                      <a:pt x="411073" y="1008474"/>
                    </a:cubicBezTo>
                    <a:cubicBezTo>
                      <a:pt x="395173" y="1008474"/>
                      <a:pt x="380598" y="1009744"/>
                      <a:pt x="364699" y="1009744"/>
                    </a:cubicBezTo>
                    <a:cubicBezTo>
                      <a:pt x="324950" y="1009744"/>
                      <a:pt x="286526" y="1008474"/>
                      <a:pt x="246777" y="1007204"/>
                    </a:cubicBezTo>
                    <a:cubicBezTo>
                      <a:pt x="222927" y="1005934"/>
                      <a:pt x="199078" y="1004664"/>
                      <a:pt x="176553" y="1003394"/>
                    </a:cubicBezTo>
                    <a:cubicBezTo>
                      <a:pt x="134155" y="1002124"/>
                      <a:pt x="91756" y="1000854"/>
                      <a:pt x="48260" y="1000854"/>
                    </a:cubicBezTo>
                    <a:cubicBezTo>
                      <a:pt x="38100" y="1000854"/>
                      <a:pt x="29210" y="1000854"/>
                      <a:pt x="19050" y="999584"/>
                    </a:cubicBezTo>
                    <a:cubicBezTo>
                      <a:pt x="10160" y="998314"/>
                      <a:pt x="5080" y="991964"/>
                      <a:pt x="7620" y="983074"/>
                    </a:cubicBezTo>
                    <a:cubicBezTo>
                      <a:pt x="16510" y="951374"/>
                      <a:pt x="12700" y="933624"/>
                      <a:pt x="11430" y="915164"/>
                    </a:cubicBezTo>
                    <a:cubicBezTo>
                      <a:pt x="10160" y="877534"/>
                      <a:pt x="6350" y="840614"/>
                      <a:pt x="7620" y="802984"/>
                    </a:cubicBezTo>
                    <a:cubicBezTo>
                      <a:pt x="5080" y="756124"/>
                      <a:pt x="0" y="176054"/>
                      <a:pt x="7620" y="128484"/>
                    </a:cubicBezTo>
                    <a:cubicBezTo>
                      <a:pt x="8890" y="119254"/>
                      <a:pt x="7620" y="109314"/>
                      <a:pt x="8890" y="100084"/>
                    </a:cubicBezTo>
                    <a:cubicBezTo>
                      <a:pt x="10160" y="85174"/>
                      <a:pt x="12700" y="68844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58631" y="30480"/>
                      <a:pt x="79831" y="29210"/>
                    </a:cubicBezTo>
                    <a:cubicBezTo>
                      <a:pt x="115605" y="25400"/>
                      <a:pt x="151379" y="22860"/>
                      <a:pt x="188478" y="20320"/>
                    </a:cubicBezTo>
                    <a:cubicBezTo>
                      <a:pt x="213653" y="17780"/>
                      <a:pt x="238827" y="16510"/>
                      <a:pt x="262676" y="13970"/>
                    </a:cubicBezTo>
                    <a:cubicBezTo>
                      <a:pt x="286526" y="11430"/>
                      <a:pt x="311700" y="8890"/>
                      <a:pt x="335549" y="8890"/>
                    </a:cubicBezTo>
                    <a:cubicBezTo>
                      <a:pt x="362049" y="7620"/>
                      <a:pt x="388548" y="10160"/>
                      <a:pt x="415047" y="8890"/>
                    </a:cubicBezTo>
                    <a:cubicBezTo>
                      <a:pt x="448172" y="8890"/>
                      <a:pt x="1048381" y="6350"/>
                      <a:pt x="1081506" y="5080"/>
                    </a:cubicBezTo>
                    <a:cubicBezTo>
                      <a:pt x="1113305" y="3810"/>
                      <a:pt x="1145104" y="2540"/>
                      <a:pt x="1178228" y="2540"/>
                    </a:cubicBezTo>
                    <a:cubicBezTo>
                      <a:pt x="1232552" y="1270"/>
                      <a:pt x="1285550" y="0"/>
                      <a:pt x="1339874" y="0"/>
                    </a:cubicBezTo>
                    <a:cubicBezTo>
                      <a:pt x="1362399" y="0"/>
                      <a:pt x="1386248" y="2540"/>
                      <a:pt x="1408772" y="2540"/>
                    </a:cubicBezTo>
                    <a:cubicBezTo>
                      <a:pt x="1471046" y="3810"/>
                      <a:pt x="1534644" y="5080"/>
                      <a:pt x="1596918" y="7620"/>
                    </a:cubicBezTo>
                    <a:cubicBezTo>
                      <a:pt x="1630042" y="8890"/>
                      <a:pt x="1663166" y="12700"/>
                      <a:pt x="1696290" y="16510"/>
                    </a:cubicBezTo>
                    <a:cubicBezTo>
                      <a:pt x="1704240" y="16510"/>
                      <a:pt x="1712190" y="16510"/>
                      <a:pt x="1718815" y="16510"/>
                    </a:cubicBezTo>
                    <a:cubicBezTo>
                      <a:pt x="1730469" y="17780"/>
                      <a:pt x="1739359" y="20320"/>
                      <a:pt x="1749519" y="21590"/>
                    </a:cubicBezTo>
                    <a:close/>
                    <a:moveTo>
                      <a:pt x="1759679" y="995774"/>
                    </a:moveTo>
                    <a:cubicBezTo>
                      <a:pt x="1760949" y="979264"/>
                      <a:pt x="1762219" y="966564"/>
                      <a:pt x="1762219" y="953864"/>
                    </a:cubicBezTo>
                    <a:cubicBezTo>
                      <a:pt x="1760949" y="912324"/>
                      <a:pt x="1759679" y="874694"/>
                      <a:pt x="1759679" y="834224"/>
                    </a:cubicBezTo>
                    <a:cubicBezTo>
                      <a:pt x="1759679" y="815764"/>
                      <a:pt x="1762219" y="797304"/>
                      <a:pt x="1760949" y="778844"/>
                    </a:cubicBezTo>
                    <a:cubicBezTo>
                      <a:pt x="1760949" y="761804"/>
                      <a:pt x="1759679" y="744054"/>
                      <a:pt x="1758409" y="727014"/>
                    </a:cubicBezTo>
                    <a:cubicBezTo>
                      <a:pt x="1753329" y="700744"/>
                      <a:pt x="1741899" y="156884"/>
                      <a:pt x="1741899" y="130614"/>
                    </a:cubicBezTo>
                    <a:cubicBezTo>
                      <a:pt x="1739359" y="108604"/>
                      <a:pt x="1736819" y="85884"/>
                      <a:pt x="1734279" y="63500"/>
                    </a:cubicBezTo>
                    <a:cubicBezTo>
                      <a:pt x="1733009" y="44450"/>
                      <a:pt x="1731739" y="43180"/>
                      <a:pt x="1714840" y="41910"/>
                    </a:cubicBezTo>
                    <a:cubicBezTo>
                      <a:pt x="1710865" y="41910"/>
                      <a:pt x="1708215" y="41910"/>
                      <a:pt x="1704240" y="40640"/>
                    </a:cubicBezTo>
                    <a:cubicBezTo>
                      <a:pt x="1671116" y="36830"/>
                      <a:pt x="1636667" y="31750"/>
                      <a:pt x="1603542" y="30480"/>
                    </a:cubicBezTo>
                    <a:cubicBezTo>
                      <a:pt x="1522720" y="26670"/>
                      <a:pt x="1440572" y="25400"/>
                      <a:pt x="1359749" y="22860"/>
                    </a:cubicBezTo>
                    <a:cubicBezTo>
                      <a:pt x="1347824" y="22860"/>
                      <a:pt x="1334574" y="22860"/>
                      <a:pt x="1322650" y="22860"/>
                    </a:cubicBezTo>
                    <a:cubicBezTo>
                      <a:pt x="1302775" y="22860"/>
                      <a:pt x="1282901" y="22860"/>
                      <a:pt x="1264351" y="22860"/>
                    </a:cubicBezTo>
                    <a:cubicBezTo>
                      <a:pt x="1221952" y="22860"/>
                      <a:pt x="1179553" y="22860"/>
                      <a:pt x="1138479" y="24130"/>
                    </a:cubicBezTo>
                    <a:cubicBezTo>
                      <a:pt x="1102705" y="25400"/>
                      <a:pt x="499845" y="29210"/>
                      <a:pt x="464071" y="29210"/>
                    </a:cubicBezTo>
                    <a:cubicBezTo>
                      <a:pt x="405773" y="29210"/>
                      <a:pt x="347474" y="26670"/>
                      <a:pt x="289176" y="33020"/>
                    </a:cubicBezTo>
                    <a:cubicBezTo>
                      <a:pt x="258701" y="36830"/>
                      <a:pt x="229552" y="36830"/>
                      <a:pt x="200403" y="38100"/>
                    </a:cubicBezTo>
                    <a:cubicBezTo>
                      <a:pt x="150054" y="41910"/>
                      <a:pt x="99705" y="45720"/>
                      <a:pt x="49530" y="50800"/>
                    </a:cubicBezTo>
                    <a:cubicBezTo>
                      <a:pt x="36830" y="50800"/>
                      <a:pt x="34290" y="53340"/>
                      <a:pt x="33020" y="66714"/>
                    </a:cubicBezTo>
                    <a:cubicBezTo>
                      <a:pt x="31750" y="79494"/>
                      <a:pt x="31750" y="92274"/>
                      <a:pt x="30480" y="105054"/>
                    </a:cubicBezTo>
                    <a:cubicBezTo>
                      <a:pt x="29210" y="126354"/>
                      <a:pt x="26670" y="146944"/>
                      <a:pt x="25400" y="168244"/>
                    </a:cubicBezTo>
                    <a:cubicBezTo>
                      <a:pt x="20320" y="190964"/>
                      <a:pt x="26670" y="746184"/>
                      <a:pt x="29210" y="768904"/>
                    </a:cubicBezTo>
                    <a:cubicBezTo>
                      <a:pt x="29210" y="793044"/>
                      <a:pt x="29210" y="817894"/>
                      <a:pt x="30480" y="842034"/>
                    </a:cubicBezTo>
                    <a:cubicBezTo>
                      <a:pt x="30480" y="859784"/>
                      <a:pt x="33020" y="877534"/>
                      <a:pt x="33020" y="895284"/>
                    </a:cubicBezTo>
                    <a:cubicBezTo>
                      <a:pt x="33020" y="914454"/>
                      <a:pt x="33020" y="933624"/>
                      <a:pt x="31750" y="953864"/>
                    </a:cubicBezTo>
                    <a:cubicBezTo>
                      <a:pt x="31750" y="957674"/>
                      <a:pt x="31750" y="960214"/>
                      <a:pt x="31750" y="964024"/>
                    </a:cubicBezTo>
                    <a:cubicBezTo>
                      <a:pt x="31750" y="974184"/>
                      <a:pt x="35560" y="977994"/>
                      <a:pt x="44450" y="977994"/>
                    </a:cubicBezTo>
                    <a:cubicBezTo>
                      <a:pt x="61281" y="977994"/>
                      <a:pt x="79831" y="979264"/>
                      <a:pt x="97056" y="979264"/>
                    </a:cubicBezTo>
                    <a:cubicBezTo>
                      <a:pt x="122230" y="979264"/>
                      <a:pt x="148729" y="976724"/>
                      <a:pt x="173904" y="979264"/>
                    </a:cubicBezTo>
                    <a:cubicBezTo>
                      <a:pt x="214978" y="983074"/>
                      <a:pt x="256052" y="985614"/>
                      <a:pt x="297125" y="984344"/>
                    </a:cubicBezTo>
                    <a:cubicBezTo>
                      <a:pt x="323625" y="983074"/>
                      <a:pt x="348799" y="985614"/>
                      <a:pt x="375298" y="985614"/>
                    </a:cubicBezTo>
                    <a:cubicBezTo>
                      <a:pt x="413723" y="985614"/>
                      <a:pt x="452147" y="984344"/>
                      <a:pt x="490571" y="985614"/>
                    </a:cubicBezTo>
                    <a:cubicBezTo>
                      <a:pt x="547544" y="986884"/>
                      <a:pt x="1172928" y="976724"/>
                      <a:pt x="1231227" y="979264"/>
                    </a:cubicBezTo>
                    <a:cubicBezTo>
                      <a:pt x="1256401" y="980534"/>
                      <a:pt x="1281576" y="981804"/>
                      <a:pt x="1305425" y="981804"/>
                    </a:cubicBezTo>
                    <a:cubicBezTo>
                      <a:pt x="1349149" y="984344"/>
                      <a:pt x="1391548" y="980534"/>
                      <a:pt x="1435272" y="984344"/>
                    </a:cubicBezTo>
                    <a:cubicBezTo>
                      <a:pt x="1471046" y="986884"/>
                      <a:pt x="1506820" y="986884"/>
                      <a:pt x="1542594" y="989424"/>
                    </a:cubicBezTo>
                    <a:cubicBezTo>
                      <a:pt x="1595593" y="993234"/>
                      <a:pt x="1648591" y="995774"/>
                      <a:pt x="1701590" y="997044"/>
                    </a:cubicBezTo>
                    <a:cubicBezTo>
                      <a:pt x="1721464" y="997044"/>
                      <a:pt x="1739359" y="995774"/>
                      <a:pt x="1759679" y="995774"/>
                    </a:cubicBezTo>
                    <a:close/>
                  </a:path>
                </a:pathLst>
              </a:custGeom>
              <a:solidFill>
                <a:srgbClr val="2F8585"/>
              </a:solidFill>
            </p:spPr>
          </p:sp>
        </p:grpSp>
        <p:sp>
          <p:nvSpPr>
            <p:cNvPr name="TextBox 73" id="73"/>
            <p:cNvSpPr txBox="true"/>
            <p:nvPr/>
          </p:nvSpPr>
          <p:spPr>
            <a:xfrm rot="0">
              <a:off x="2724253" y="254046"/>
              <a:ext cx="2273865" cy="784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51"/>
                </a:lnSpc>
              </a:pPr>
              <a:r>
                <a:rPr lang="en-US" sz="1851">
                  <a:solidFill>
                    <a:srgbClr val="443030"/>
                  </a:solidFill>
                  <a:latin typeface="Asap"/>
                  <a:ea typeface="Asap"/>
                  <a:cs typeface="Asap"/>
                  <a:sym typeface="Asap"/>
                </a:rPr>
                <a:t>0 - 9 để</a:t>
              </a:r>
            </a:p>
            <a:p>
              <a:pPr algn="l" marL="0" indent="0" lvl="0">
                <a:lnSpc>
                  <a:spcPts val="2351"/>
                </a:lnSpc>
              </a:pPr>
              <a:r>
                <a:rPr lang="en-US" sz="1851">
                  <a:solidFill>
                    <a:srgbClr val="443030"/>
                  </a:solidFill>
                  <a:latin typeface="Asap"/>
                  <a:ea typeface="Asap"/>
                  <a:cs typeface="Asap"/>
                  <a:sym typeface="Asap"/>
                </a:rPr>
                <a:t>đếm ngược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440678" y="254417"/>
              <a:ext cx="1414361" cy="750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6"/>
                </a:lnSpc>
              </a:pPr>
              <a:r>
                <a:rPr lang="en-US" sz="180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BẤT KỲ SỐ NÀO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true" flipV="false" rot="0">
            <a:off x="-866705" y="7034481"/>
            <a:ext cx="7618736" cy="5998023"/>
          </a:xfrm>
          <a:custGeom>
            <a:avLst/>
            <a:gdLst/>
            <a:ahLst/>
            <a:cxnLst/>
            <a:rect r="r" b="b" t="t" l="l"/>
            <a:pathLst>
              <a:path h="5998023" w="7618736">
                <a:moveTo>
                  <a:pt x="7618736" y="0"/>
                </a:moveTo>
                <a:lnTo>
                  <a:pt x="0" y="0"/>
                </a:lnTo>
                <a:lnTo>
                  <a:pt x="0" y="5998023"/>
                </a:lnTo>
                <a:lnTo>
                  <a:pt x="7618736" y="5998023"/>
                </a:lnTo>
                <a:lnTo>
                  <a:pt x="76187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DAG4A24cCV0</dc:identifier>
  <dcterms:modified xsi:type="dcterms:W3CDTF">2011-08-01T06:04:30Z</dcterms:modified>
  <cp:revision>1</cp:revision>
  <dc:title>Bài thuyết trình Khoa học Hệ sinh thái và Môi trường sống đang gặp nguy hiểm Xanh lá đậm Trắng Xanh lá nhạt Phong cách Vẽ tay</dc:title>
</cp:coreProperties>
</file>